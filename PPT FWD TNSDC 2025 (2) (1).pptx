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1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0" r:id="rId1"/>
  </p:sldMasterIdLst>
  <p:notesMasterIdLst>
    <p:notesMasterId r:id="rId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9143861" cy="6857895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 autoAdjust="0"/>
    <p:restoredTop sz="94660" autoAdjust="0"/>
  </p:normalViewPr>
  <p:slideViewPr>
    <p:cSldViewPr>
      <p:cViewPr varScale="1">
        <p:scale>
          <a:sx n="56" d="100"/>
          <a:sy n="56" d="100"/>
        </p:scale>
        <p:origin x="0" y="0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&lt;#&gt;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" name="Text box"/>
          <p:cNvSpPr>
            <a:spLocks noGrp="1"/>
          </p:cNvSpPr>
          <p:nvPr>
            <p:ph type="hdr"/>
          </p:nvPr>
        </p:nvSpPr>
        <p:spPr>
          <a:xfrm rot="0">
            <a:off x="0" y="0"/>
            <a:ext cx="5283200" cy="34448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algn="l"/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" name="Text box"/>
          <p:cNvSpPr>
            <a:spLocks noGrp="1"/>
          </p:cNvSpPr>
          <p:nvPr>
            <p:ph type="dt" idx="1"/>
          </p:nvPr>
        </p:nvSpPr>
        <p:spPr>
          <a:xfrm rot="0">
            <a:off x="6905625" y="0"/>
            <a:ext cx="5283200" cy="34448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algn="r"/>
            <a:fld id="{CAD2D6BD-DE1B-4B5F-8B41-2702339687B9}" type="datetime1">
              <a:rPr lang="en-US" altLang="zh-CN" sz="1200">
                <a:latin typeface="Calibri" pitchFamily="0" charset="0"/>
                <a:ea typeface="等线" pitchFamily="0" charset="0"/>
                <a:cs typeface="Calibri" pitchFamily="0" charset="0"/>
              </a:rPr>
              <a:t>8/30/2025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" name="Object"/>
          <p:cNvSpPr>
            <a:spLocks noGrp="1" noChangeAspect="1"/>
          </p:cNvSpPr>
          <p:nvPr>
            <p:ph type="sldImg" idx="2"/>
          </p:nvPr>
        </p:nvSpPr>
        <p:spPr>
          <a:xfrm rot="0">
            <a:off x="4038600" y="857250"/>
            <a:ext cx="4114800" cy="2314575"/>
          </a:xfrm>
          <a:prstGeom prst="rect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11" name="Text box"/>
          <p:cNvSpPr>
            <a:spLocks noGrp="1"/>
          </p:cNvSpPr>
          <p:nvPr>
            <p:ph type="body" idx="3"/>
          </p:nvPr>
        </p:nvSpPr>
        <p:spPr>
          <a:xfrm rot="0">
            <a:off x="1219200" y="3300412"/>
            <a:ext cx="9753600" cy="270033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12" name="Text box"/>
          <p:cNvSpPr>
            <a:spLocks noGrp="1"/>
          </p:cNvSpPr>
          <p:nvPr>
            <p:ph type="ftr" idx="4"/>
          </p:nvPr>
        </p:nvSpPr>
        <p:spPr>
          <a:xfrm rot="0">
            <a:off x="0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l"/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32557"/>
      </p:ext>
    </p:extLst>
  </p:cSld>
  <p:clrMap bg1="lt1" tx1="dk1" bg2="lt2" tx2="dk2" accent1="accent1" accent2="accent2" accent3="accent3" accent4="accent4" accent5="accent5" accent6="accent6" hlink="hlink" folHlink="folHlink"/>
  <p:hf sldNum="1" hdr="0" ftr="0" dt="0"/>
  <p:notesStyle>
    <a:lvl1pPr marL="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1pPr>
    <a:lvl2pPr marL="457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2pPr>
    <a:lvl3pPr marL="914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3pPr>
    <a:lvl4pPr marL="13716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4pPr>
    <a:lvl5pPr marL="18288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5pPr>
    <a:lvl6pPr marL="22860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6pPr>
    <a:lvl7pPr marL="2743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7pPr>
    <a:lvl8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8pPr>
    <a:lvl9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7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8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9" name="Object"/>
          <p:cNvSpPr>
            <a:spLocks noGrp="1" noChangeAspect="1"/>
          </p:cNvSpPr>
          <p:nvPr>
            <p:ph type="sldImg"/>
          </p:nvPr>
        </p:nvSpPr>
        <p:spPr>
          <a:xfrm rot="0">
            <a:off x="4038600" y="857250"/>
            <a:ext cx="4114800" cy="2314575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30" name="Text box"/>
          <p:cNvSpPr>
            <a:spLocks noGrp="1"/>
          </p:cNvSpPr>
          <p:nvPr>
            <p:ph type="body" idx="1"/>
          </p:nvPr>
        </p:nvSpPr>
        <p:spPr>
          <a:xfrm rot="0">
            <a:off x="1219200" y="3300412"/>
            <a:ext cx="9753600" cy="270033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31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4464795"/>
      </p:ext>
    </p:extLst>
  </p:cSld>
  <p:clrMapOvr>
    <a:masterClrMapping/>
  </p:clrMapOvr>
</p:notes>
</file>

<file path=ppt/notesSlides/notesSlide2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6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7" name="Object"/>
          <p:cNvSpPr>
            <a:spLocks noGrp="1"/>
          </p:cNvSpPr>
          <p:nvPr>
            <p:ph type="sldImg"/>
          </p:nvPr>
        </p:nvSpPr>
        <p:spPr>
          <a:xfrm rot="0">
            <a:off x="4038600" y="857250"/>
            <a:ext cx="4114800" cy="2314575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58" name="Text box"/>
          <p:cNvSpPr>
            <a:spLocks noGrp="1"/>
          </p:cNvSpPr>
          <p:nvPr>
            <p:ph type="body" idx="1"/>
          </p:nvPr>
        </p:nvSpPr>
        <p:spPr>
          <a:xfrm rot="0">
            <a:off x="1219200" y="3300412"/>
            <a:ext cx="9753600" cy="270033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59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8767583"/>
      </p:ext>
    </p:extLst>
  </p:cSld>
  <p:clrMapOvr>
    <a:masterClrMapping/>
  </p:clrMapOvr>
</p:notes>
</file>

<file path=ppt/notesSlides/notesSlide3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3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3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3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4" name="Object"/>
          <p:cNvSpPr>
            <a:spLocks noGrp="1"/>
          </p:cNvSpPr>
          <p:nvPr>
            <p:ph type="sldImg"/>
          </p:nvPr>
        </p:nvSpPr>
        <p:spPr>
          <a:xfrm rot="0">
            <a:off x="4038600" y="857250"/>
            <a:ext cx="4114800" cy="2314575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85" name="Text box"/>
          <p:cNvSpPr>
            <a:spLocks noGrp="1"/>
          </p:cNvSpPr>
          <p:nvPr>
            <p:ph type="body" idx="1"/>
          </p:nvPr>
        </p:nvSpPr>
        <p:spPr>
          <a:xfrm rot="0">
            <a:off x="1219200" y="3300412"/>
            <a:ext cx="9753600" cy="270033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86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3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1810822"/>
      </p:ext>
    </p:extLst>
  </p:cSld>
  <p:clrMapOvr>
    <a:masterClrMapping/>
  </p:clrMapOvr>
</p:notes>
</file>

<file path=ppt/notesSlides/notesSlide4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4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6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4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7" name="Object"/>
          <p:cNvSpPr>
            <a:spLocks noGrp="1"/>
          </p:cNvSpPr>
          <p:nvPr>
            <p:ph type="sldImg"/>
          </p:nvPr>
        </p:nvSpPr>
        <p:spPr>
          <a:xfrm rot="0">
            <a:off x="4038600" y="857250"/>
            <a:ext cx="4114800" cy="2314575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98" name="Text box"/>
          <p:cNvSpPr>
            <a:spLocks noGrp="1"/>
          </p:cNvSpPr>
          <p:nvPr>
            <p:ph type="body" idx="1"/>
          </p:nvPr>
        </p:nvSpPr>
        <p:spPr>
          <a:xfrm rot="0">
            <a:off x="1219200" y="3300412"/>
            <a:ext cx="9753600" cy="270033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99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4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512403"/>
      </p:ext>
    </p:extLst>
  </p:cSld>
  <p:clrMapOvr>
    <a:masterClrMapping/>
  </p:clrMapOvr>
</p:notes>
</file>

<file path=ppt/notesSlides/notesSlide5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5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0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5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1" name="Object"/>
          <p:cNvSpPr>
            <a:spLocks noGrp="1"/>
          </p:cNvSpPr>
          <p:nvPr>
            <p:ph type="sldImg"/>
          </p:nvPr>
        </p:nvSpPr>
        <p:spPr>
          <a:xfrm rot="0">
            <a:off x="4038600" y="857250"/>
            <a:ext cx="4114800" cy="2314575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12" name="Text box"/>
          <p:cNvSpPr>
            <a:spLocks noGrp="1"/>
          </p:cNvSpPr>
          <p:nvPr>
            <p:ph type="body" idx="1"/>
          </p:nvPr>
        </p:nvSpPr>
        <p:spPr>
          <a:xfrm rot="0">
            <a:off x="1219200" y="3300412"/>
            <a:ext cx="9753600" cy="270033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13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5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700656"/>
      </p:ext>
    </p:extLst>
  </p:cSld>
  <p:clrMapOvr>
    <a:masterClrMapping/>
  </p:clrMapOvr>
</p:notes>
</file>

<file path=ppt/notesSlides/notesSlide6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6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1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6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2" name="Object"/>
          <p:cNvSpPr>
            <a:spLocks noGrp="1"/>
          </p:cNvSpPr>
          <p:nvPr>
            <p:ph type="sldImg"/>
          </p:nvPr>
        </p:nvSpPr>
        <p:spPr>
          <a:xfrm rot="0">
            <a:off x="4038600" y="857250"/>
            <a:ext cx="4114800" cy="2314575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23" name="Text box"/>
          <p:cNvSpPr>
            <a:spLocks noGrp="1"/>
          </p:cNvSpPr>
          <p:nvPr>
            <p:ph type="body" idx="1"/>
          </p:nvPr>
        </p:nvSpPr>
        <p:spPr>
          <a:xfrm rot="0">
            <a:off x="1219200" y="3300412"/>
            <a:ext cx="9753600" cy="270033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24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6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74048"/>
      </p:ext>
    </p:extLst>
  </p:cSld>
  <p:clrMapOvr>
    <a:masterClrMapping/>
  </p:clrMapOvr>
</p:notes>
</file>

<file path=ppt/notesSlides/notesSlide7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7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3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7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4" name="Object"/>
          <p:cNvSpPr>
            <a:spLocks noGrp="1"/>
          </p:cNvSpPr>
          <p:nvPr>
            <p:ph type="sldImg"/>
          </p:nvPr>
        </p:nvSpPr>
        <p:spPr>
          <a:xfrm rot="0">
            <a:off x="4038600" y="857250"/>
            <a:ext cx="4114800" cy="2314575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35" name="Text box"/>
          <p:cNvSpPr>
            <a:spLocks noGrp="1"/>
          </p:cNvSpPr>
          <p:nvPr>
            <p:ph type="body" idx="1"/>
          </p:nvPr>
        </p:nvSpPr>
        <p:spPr>
          <a:xfrm rot="0">
            <a:off x="1219200" y="3300412"/>
            <a:ext cx="9753600" cy="270033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36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7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445449"/>
      </p:ext>
    </p:extLst>
  </p:cSld>
  <p:clrMapOvr>
    <a:masterClrMapping/>
  </p:clrMapOvr>
</p:notes>
</file>

<file path=ppt/notesSlides/notesSlide8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8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3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8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4" name="Object"/>
          <p:cNvSpPr>
            <a:spLocks noGrp="1"/>
          </p:cNvSpPr>
          <p:nvPr>
            <p:ph type="sldImg"/>
          </p:nvPr>
        </p:nvSpPr>
        <p:spPr>
          <a:xfrm rot="0">
            <a:off x="4038600" y="857250"/>
            <a:ext cx="4114800" cy="2314575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45" name="Text box"/>
          <p:cNvSpPr>
            <a:spLocks noGrp="1"/>
          </p:cNvSpPr>
          <p:nvPr>
            <p:ph type="body" idx="1"/>
          </p:nvPr>
        </p:nvSpPr>
        <p:spPr>
          <a:xfrm rot="0">
            <a:off x="1219200" y="3300412"/>
            <a:ext cx="9753600" cy="270033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46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8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8490637"/>
      </p:ext>
    </p:extLst>
  </p:cSld>
  <p:clrMapOvr>
    <a:masterClrMapping/>
  </p:clrMapOvr>
</p:notes>
</file>

<file path=ppt/notesSlides/notesSlide9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9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9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9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0" name="Object"/>
          <p:cNvSpPr>
            <a:spLocks noGrp="1"/>
          </p:cNvSpPr>
          <p:nvPr>
            <p:ph type="sldImg"/>
          </p:nvPr>
        </p:nvSpPr>
        <p:spPr>
          <a:xfrm rot="0">
            <a:off x="4038600" y="857250"/>
            <a:ext cx="4114800" cy="2314575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51" name="Text box"/>
          <p:cNvSpPr>
            <a:spLocks noGrp="1"/>
          </p:cNvSpPr>
          <p:nvPr>
            <p:ph type="body" idx="1"/>
          </p:nvPr>
        </p:nvSpPr>
        <p:spPr>
          <a:xfrm rot="0">
            <a:off x="1219200" y="3300412"/>
            <a:ext cx="9753600" cy="270033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52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9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1825978"/>
      </p:ext>
    </p:extLst>
  </p:cSld>
  <p:clrMapOvr>
    <a:masterClrMapping/>
  </p:clrMapOvr>
</p:notes>
</file>

<file path=ppt/notesSlides/notesSlide10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10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3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10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4" name="Object"/>
          <p:cNvSpPr>
            <a:spLocks noGrp="1"/>
          </p:cNvSpPr>
          <p:nvPr>
            <p:ph type="sldImg"/>
          </p:nvPr>
        </p:nvSpPr>
        <p:spPr>
          <a:xfrm rot="0">
            <a:off x="4038600" y="857250"/>
            <a:ext cx="4114800" cy="2314575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65" name="Text box"/>
          <p:cNvSpPr>
            <a:spLocks noGrp="1"/>
          </p:cNvSpPr>
          <p:nvPr>
            <p:ph type="body" idx="1"/>
          </p:nvPr>
        </p:nvSpPr>
        <p:spPr>
          <a:xfrm rot="0">
            <a:off x="1219200" y="3300412"/>
            <a:ext cx="9753600" cy="270033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66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10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5206458"/>
      </p:ext>
    </p:extLst>
  </p:cSld>
  <p:clrMapOvr>
    <a:masterClrMapping/>
  </p:clrMapOvr>
</p:notes>
</file>

<file path=ppt/notesSlides/notesSlide11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11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4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11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5" name="Object"/>
          <p:cNvSpPr>
            <a:spLocks noGrp="1"/>
          </p:cNvSpPr>
          <p:nvPr>
            <p:ph type="sldImg"/>
          </p:nvPr>
        </p:nvSpPr>
        <p:spPr>
          <a:xfrm rot="0">
            <a:off x="4038600" y="857250"/>
            <a:ext cx="4114800" cy="2314575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76" name="Text box"/>
          <p:cNvSpPr>
            <a:spLocks noGrp="1"/>
          </p:cNvSpPr>
          <p:nvPr>
            <p:ph type="body" idx="1"/>
          </p:nvPr>
        </p:nvSpPr>
        <p:spPr>
          <a:xfrm rot="0">
            <a:off x="1219200" y="3300412"/>
            <a:ext cx="9753600" cy="270033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77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11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5269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showMasterSp="0" type="title" preserve="1">
  <p:cSld name="标题幻灯片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"/>
          <p:cNvSpPr>
            <a:spLocks noGrp="1"/>
          </p:cNvSpPr>
          <p:nvPr>
            <p:ph type="ctrTitle"/>
          </p:nvPr>
        </p:nvSpPr>
        <p:spPr>
          <a:xfrm rot="0">
            <a:off x="1524000" y="1122363"/>
            <a:ext cx="9144000" cy="2387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6000" b="0" i="0" u="none" strike="noStrike" kern="1200" cap="none" spc="0" baseline="0">
                <a:solidFill>
                  <a:schemeClr val="tx1"/>
                </a:solidFill>
                <a:latin typeface="Calibri Light" pitchFamily="0" charset="0"/>
                <a:ea typeface="等线 Light" pitchFamily="0" charset="0"/>
                <a:cs typeface="Lucida Sans" pitchFamily="0" charset="0"/>
              </a:rPr>
              <a:t>Click to edit Master title style</a:t>
            </a:r>
            <a:endParaRPr lang="zh-CN" altLang="en-US" sz="6000" b="0" i="0" u="none" strike="noStrike" kern="1200" cap="none" spc="0" baseline="0">
              <a:solidFill>
                <a:schemeClr val="tx1"/>
              </a:solidFill>
              <a:latin typeface="Calibri Light" pitchFamily="0" charset="0"/>
              <a:ea typeface="等线 Light" pitchFamily="0" charset="0"/>
              <a:cs typeface="Lucida Sans" pitchFamily="0" charset="0"/>
            </a:endParaRPr>
          </a:p>
        </p:txBody>
      </p:sp>
      <p:sp>
        <p:nvSpPr>
          <p:cNvPr id="14" name="Text box"/>
          <p:cNvSpPr>
            <a:spLocks noGrp="1"/>
          </p:cNvSpPr>
          <p:nvPr>
            <p:ph type="subTitle" idx="1"/>
          </p:nvPr>
        </p:nvSpPr>
        <p:spPr>
          <a:xfrm rot="0">
            <a:off x="1524000" y="3602038"/>
            <a:ext cx="9144000" cy="165576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Lucida Sans" pitchFamily="0" charset="0"/>
              </a:rPr>
              <a:t>Click to edit Master subtitle style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Lucida Sans" pitchFamily="0" charset="0"/>
            </a:endParaRPr>
          </a:p>
        </p:txBody>
      </p:sp>
      <p:sp>
        <p:nvSpPr>
          <p:cNvPr id="15" name="Text box"/>
          <p:cNvSpPr>
            <a:spLocks noGrp="1"/>
          </p:cNvSpPr>
          <p:nvPr>
            <p:ph type="dt" idx="10"/>
          </p:nvPr>
        </p:nvSpPr>
        <p:spPr>
          <a:xfrm rot="0">
            <a:off x="838200" y="6356349"/>
            <a:ext cx="27432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Date/Time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" name="Text box"/>
          <p:cNvSpPr>
            <a:spLocks noGrp="1"/>
          </p:cNvSpPr>
          <p:nvPr>
            <p:ph type="ftr"/>
          </p:nvPr>
        </p:nvSpPr>
        <p:spPr>
          <a:xfrm rot="0">
            <a:off x="4038600" y="6356349"/>
            <a:ext cx="41148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" name="Text box"/>
          <p:cNvSpPr>
            <a:spLocks noGrp="1"/>
          </p:cNvSpPr>
          <p:nvPr>
            <p:ph type="sldNum"/>
          </p:nvPr>
        </p:nvSpPr>
        <p:spPr>
          <a:xfrm rot="0">
            <a:off x="8610600" y="6356349"/>
            <a:ext cx="27432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38100" indent="0" algn="r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10" baseline="0">
                <a:solidFill>
                  <a:srgbClr val="898989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&lt;#&gt;</a:t>
            </a:fld>
            <a:endParaRPr lang="zh-CN" altLang="en-US" sz="1200" b="0" i="0" u="none" strike="noStrike" kern="1200" cap="none" spc="10" baseline="0">
              <a:solidFill>
                <a:srgbClr val="898989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1732062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1707469"/>
      </p:ext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0091171"/>
      </p:ext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8430922"/>
      </p:ext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Text box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Text box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2572219"/>
      </p:ext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9833890"/>
      </p:ext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1795162"/>
      </p:ext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r="http://schemas.openxmlformats.org/officeDocument/2006/relationships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579417"/>
      </p:ext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r="http://schemas.openxmlformats.org/officeDocument/2006/relationships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2123226"/>
      </p:ext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r="http://schemas.openxmlformats.org/officeDocument/2006/relationships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8214085"/>
      </p:ext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r="http://schemas.openxmlformats.org/officeDocument/2006/relationships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788275"/>
      </p:ext>
    </p:extLst>
  </p:cSld>
  <p:clrMapOvr>
    <a:masterClrMapping/>
  </p:clrMapOvr>
</p:sldLayout>
</file>

<file path=ppt/slideLayouts/slideLayout12.xml><?xml version="1.0" encoding="utf-8"?>
<p:sldLayout xmlns:p="http://schemas.openxmlformats.org/presentationml/2006/main" xmlns:a="http://schemas.openxmlformats.org/drawingml/2006/main" xmlns:r="http://schemas.openxmlformats.org/officeDocument/2006/relationships" showMasterSp="0" preserve="1">
  <p:cSld name="自定义版式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box"/>
          <p:cNvSpPr>
            <a:spLocks noGrp="1"/>
          </p:cNvSpPr>
          <p:nvPr>
            <p:ph type="title"/>
          </p:nvPr>
        </p:nvSpPr>
        <p:spPr>
          <a:xfrm rot="0">
            <a:off x="838200" y="365124"/>
            <a:ext cx="10515600" cy="132556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3" name="Text box"/>
          <p:cNvSpPr>
            <a:spLocks noGrp="1"/>
          </p:cNvSpPr>
          <p:nvPr>
            <p:ph type="dt" idx="10"/>
          </p:nvPr>
        </p:nvSpPr>
        <p:spPr>
          <a:xfrm rot="0">
            <a:off x="838200" y="6356349"/>
            <a:ext cx="27432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l"/>
            <a:r>
              <a:rPr lang="en-US" altLang="zh-CN" sz="1200">
                <a:solidFill>
                  <a:srgbClr val="898989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Date/Time</a:t>
            </a:r>
            <a:endParaRPr lang="zh-CN" altLang="en-US" sz="1200">
              <a:solidFill>
                <a:srgbClr val="898989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4" name="Text box"/>
          <p:cNvSpPr>
            <a:spLocks noGrp="1"/>
          </p:cNvSpPr>
          <p:nvPr>
            <p:ph type="ftr"/>
          </p:nvPr>
        </p:nvSpPr>
        <p:spPr>
          <a:xfrm rot="0">
            <a:off x="4038600" y="6356349"/>
            <a:ext cx="41148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5" name="Text box"/>
          <p:cNvSpPr>
            <a:spLocks noGrp="1"/>
          </p:cNvSpPr>
          <p:nvPr>
            <p:ph type="sldNum"/>
          </p:nvPr>
        </p:nvSpPr>
        <p:spPr>
          <a:xfrm rot="0">
            <a:off x="8610600" y="6356349"/>
            <a:ext cx="27432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38100" indent="0" algn="r">
              <a:lnSpc>
                <a:spcPct val="100000"/>
              </a:lnSpc>
              <a:spcBef>
                <a:spcPts val="55"/>
              </a:spcBef>
            </a:pPr>
            <a:fld id="{CAD2D6BD-DE1B-4B5F-8B41-2702339687B9}" type="slidenum">
              <a:rPr lang="en-US" altLang="zh-CN" sz="1200" b="0" i="0" u="none" strike="noStrike" kern="1200" cap="none" spc="10" baseline="0">
                <a:solidFill>
                  <a:srgbClr val="898989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&lt;#&gt;</a:t>
            </a:fld>
            <a:endParaRPr lang="zh-CN" altLang="en-US" sz="1200" spc="10">
              <a:solidFill>
                <a:srgbClr val="898989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7105115"/>
      </p:ext>
    </p:extLst>
  </p:cSld>
  <p:clrMapOvr>
    <a:masterClrMapping/>
  </p:clrMapOvr>
  <p:hf sldNum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 rot="0">
            <a:off x="838200" y="365124"/>
            <a:ext cx="10515600" cy="132556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 rot="0">
            <a:off x="838200" y="1825625"/>
            <a:ext cx="10515600" cy="435133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dt" idx="2"/>
          </p:nvPr>
        </p:nvSpPr>
        <p:spPr>
          <a:xfrm rot="0">
            <a:off x="838200" y="6356349"/>
            <a:ext cx="27432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l"/>
            <a:fld id="{CAD2D6BD-DE1B-4B5F-8B41-2702339687B9}" type="datetime1">
              <a:rPr lang="en-US" altLang="zh-CN" sz="1200">
                <a:solidFill>
                  <a:srgbClr val="898989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8/30/2025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" name="Text box"/>
          <p:cNvSpPr>
            <a:spLocks noGrp="1"/>
          </p:cNvSpPr>
          <p:nvPr>
            <p:ph type="ftr" idx="3"/>
          </p:nvPr>
        </p:nvSpPr>
        <p:spPr>
          <a:xfrm rot="0">
            <a:off x="4038600" y="6356349"/>
            <a:ext cx="41148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" name="Text box"/>
          <p:cNvSpPr>
            <a:spLocks noGrp="1"/>
          </p:cNvSpPr>
          <p:nvPr>
            <p:ph type="sldNum" idx="4"/>
          </p:nvPr>
        </p:nvSpPr>
        <p:spPr>
          <a:xfrm rot="0">
            <a:off x="8610600" y="6356349"/>
            <a:ext cx="27432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38100" indent="0" algn="r">
              <a:lnSpc>
                <a:spcPct val="100000"/>
              </a:lnSpc>
              <a:spcBef>
                <a:spcPts val="55"/>
              </a:spcBef>
            </a:pPr>
            <a:fld id="{CAD2D6BD-DE1B-4B5F-8B41-2702339687B9}" type="slidenum">
              <a:rPr lang="en-US" altLang="zh-CN" sz="1200" b="0" i="0" u="none" strike="noStrike" kern="1200" cap="none" spc="10" baseline="0">
                <a:solidFill>
                  <a:srgbClr val="898989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&lt;#&gt;</a:t>
            </a:fld>
            <a:endParaRPr lang="zh-CN" altLang="en-US" sz="1200" spc="10">
              <a:solidFill>
                <a:srgbClr val="898989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11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l" defTabSz="914400" eaLnBrk="1" fontAlgn="auto" latinLnBrk="0" hangingPunct="1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Calibri Light" pitchFamily="0" charset="0"/>
          <a:ea typeface="等线 Light" pitchFamily="0" charset="0"/>
          <a:cs typeface="Calibri Light" pitchFamily="0" charset="0"/>
        </a:defRPr>
      </a:lvl1pPr>
    </p:titleStyle>
    <p:bodyStyle>
      <a:lvl1pPr marL="228600" indent="-228600" algn="l" defTabSz="914400" eaLnBrk="1" fontAlgn="auto" latinLnBrk="0" hangingPunct="1">
        <a:lnSpc>
          <a:spcPct val="90000"/>
        </a:lnSpc>
        <a:spcBef>
          <a:spcPts val="1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1pPr>
      <a:lvl2pPr marL="6858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2pPr>
      <a:lvl3pPr marL="11430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3pPr>
      <a:lvl4pPr marL="16002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4pPr>
      <a:lvl5pPr marL="20574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5pPr>
      <a:lvl6pPr marL="25146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6pPr>
      <a:lvl7pPr marL="29718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7pPr>
      <a:lvl8pPr marL="34290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8pPr>
      <a:lvl9pPr marL="34290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1.png"/><Relationship Id="rId2" Type="http://schemas.openxmlformats.org/officeDocument/2006/relationships/image" Target="../media/2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3.png"/><Relationship Id="rId2" Type="http://schemas.openxmlformats.org/officeDocument/2006/relationships/image" Target="../media/2.png"/><Relationship Id="rId3" Type="http://schemas.openxmlformats.org/officeDocument/2006/relationships/image" Target="../media/4.jpg"/><Relationship Id="rId4" Type="http://schemas.openxmlformats.org/officeDocument/2006/relationships/slideLayout" Target="../slideLayouts/slideLayout1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5.png"/><Relationship Id="rId2" Type="http://schemas.openxmlformats.org/officeDocument/2006/relationships/image" Target="../media/1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6.png"/><Relationship Id="rId2" Type="http://schemas.openxmlformats.org/officeDocument/2006/relationships/image" Target="../media/1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7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8.jpg"/><Relationship Id="rId2" Type="http://schemas.openxmlformats.org/officeDocument/2006/relationships/image" Target="../media/1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10.jpg"/><Relationship Id="rId2" Type="http://schemas.openxmlformats.org/officeDocument/2006/relationships/image" Target="../media/11.jp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9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Combination"/>
          <p:cNvGrpSpPr>
            <a:grpSpLocks/>
          </p:cNvGrpSpPr>
          <p:nvPr/>
        </p:nvGrpSpPr>
        <p:grpSpPr>
          <a:xfrm>
            <a:off x="876298" y="990599"/>
            <a:ext cx="1743074" cy="1333500"/>
            <a:chOff x="876298" y="990599"/>
            <a:chExt cx="1743074" cy="1333500"/>
          </a:xfrm>
        </p:grpSpPr>
        <p:sp>
          <p:nvSpPr>
            <p:cNvPr id="18" name="曲线"/>
            <p:cNvSpPr>
              <a:spLocks/>
            </p:cNvSpPr>
            <p:nvPr/>
          </p:nvSpPr>
          <p:spPr>
            <a:xfrm rot="0">
              <a:off x="876298" y="1266824"/>
              <a:ext cx="1228725" cy="105727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6954" y="0"/>
                  </a:moveTo>
                  <a:lnTo>
                    <a:pt x="4646" y="0"/>
                  </a:lnTo>
                  <a:lnTo>
                    <a:pt x="0" y="10801"/>
                  </a:lnTo>
                  <a:lnTo>
                    <a:pt x="4646" y="21600"/>
                  </a:lnTo>
                  <a:lnTo>
                    <a:pt x="16954" y="21600"/>
                  </a:lnTo>
                  <a:lnTo>
                    <a:pt x="21599" y="10801"/>
                  </a:lnTo>
                  <a:lnTo>
                    <a:pt x="16954" y="0"/>
                  </a:lnTo>
                  <a:close/>
                </a:path>
              </a:pathLst>
            </a:custGeom>
            <a:solidFill>
              <a:srgbClr val="5FCAEE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19" name="曲线"/>
            <p:cNvSpPr>
              <a:spLocks/>
            </p:cNvSpPr>
            <p:nvPr/>
          </p:nvSpPr>
          <p:spPr>
            <a:xfrm rot="0">
              <a:off x="1971672" y="990599"/>
              <a:ext cx="647700" cy="561974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6915" y="0"/>
                  </a:moveTo>
                  <a:lnTo>
                    <a:pt x="4684" y="0"/>
                  </a:lnTo>
                  <a:lnTo>
                    <a:pt x="0" y="10797"/>
                  </a:lnTo>
                  <a:lnTo>
                    <a:pt x="4684" y="21600"/>
                  </a:lnTo>
                  <a:lnTo>
                    <a:pt x="16915" y="21600"/>
                  </a:lnTo>
                  <a:lnTo>
                    <a:pt x="21600" y="10797"/>
                  </a:lnTo>
                  <a:lnTo>
                    <a:pt x="16915" y="0"/>
                  </a:lnTo>
                  <a:close/>
                </a:path>
              </a:pathLst>
            </a:custGeom>
            <a:solidFill>
              <a:srgbClr val="2D936B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21" name="曲线"/>
          <p:cNvSpPr>
            <a:spLocks/>
          </p:cNvSpPr>
          <p:nvPr/>
        </p:nvSpPr>
        <p:spPr>
          <a:xfrm rot="0">
            <a:off x="3752849" y="1190625"/>
            <a:ext cx="1666874" cy="1438275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16939" y="0"/>
                </a:moveTo>
                <a:lnTo>
                  <a:pt x="4658" y="0"/>
                </a:lnTo>
                <a:lnTo>
                  <a:pt x="0" y="10798"/>
                </a:lnTo>
                <a:lnTo>
                  <a:pt x="4658" y="21600"/>
                </a:lnTo>
                <a:lnTo>
                  <a:pt x="16939" y="21600"/>
                </a:lnTo>
                <a:lnTo>
                  <a:pt x="21600" y="10798"/>
                </a:lnTo>
                <a:lnTo>
                  <a:pt x="16939" y="0"/>
                </a:lnTo>
                <a:close/>
              </a:path>
            </a:pathLst>
          </a:custGeom>
          <a:solidFill>
            <a:srgbClr val="42D0A1"/>
          </a:solidFill>
          <a:ln cmpd="sng" cap="flat">
            <a:noFill/>
            <a:prstDash val="solid"/>
            <a:miter/>
          </a:ln>
        </p:spPr>
      </p:sp>
      <p:sp>
        <p:nvSpPr>
          <p:cNvPr id="22" name="曲线"/>
          <p:cNvSpPr>
            <a:spLocks/>
          </p:cNvSpPr>
          <p:nvPr/>
        </p:nvSpPr>
        <p:spPr>
          <a:xfrm rot="0">
            <a:off x="3800474" y="5229225"/>
            <a:ext cx="723900" cy="619124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16980" y="0"/>
                </a:moveTo>
                <a:lnTo>
                  <a:pt x="4619" y="0"/>
                </a:lnTo>
                <a:lnTo>
                  <a:pt x="0" y="10801"/>
                </a:lnTo>
                <a:lnTo>
                  <a:pt x="4619" y="21600"/>
                </a:lnTo>
                <a:lnTo>
                  <a:pt x="16980" y="21600"/>
                </a:lnTo>
                <a:lnTo>
                  <a:pt x="21600" y="10801"/>
                </a:lnTo>
                <a:lnTo>
                  <a:pt x="16980" y="0"/>
                </a:lnTo>
                <a:close/>
              </a:path>
            </a:pathLst>
          </a:custGeom>
          <a:solidFill>
            <a:srgbClr val="42AF51"/>
          </a:solidFill>
          <a:ln cmpd="sng" cap="flat">
            <a:noFill/>
            <a:prstDash val="solid"/>
            <a:miter/>
          </a:ln>
        </p:spPr>
      </p:sp>
      <p:sp>
        <p:nvSpPr>
          <p:cNvPr id="23" name="Text box"/>
          <p:cNvSpPr>
            <a:spLocks noGrp="1"/>
          </p:cNvSpPr>
          <p:nvPr>
            <p:ph type="ctrTitle"/>
          </p:nvPr>
        </p:nvSpPr>
        <p:spPr>
          <a:xfrm rot="0">
            <a:off x="1523999" y="-1438451"/>
            <a:ext cx="7629525" cy="245967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6510" rIns="0" bIns="0" anchor="b" anchorCtr="0">
            <a:prstTxWarp prst="textNoShape"/>
            <a:spAutoFit/>
          </a:bodyPr>
          <a:lstStyle/>
          <a:p>
            <a:pPr marL="3213735" indent="0" algn="ctr">
              <a:lnSpc>
                <a:spcPct val="90000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rPr lang="en-US" altLang="zh-CN" sz="6000" b="1" i="0" u="none" strike="noStrike" kern="1200" cap="none" spc="0" baseline="0">
                <a:solidFill>
                  <a:srgbClr val="0F0F0F"/>
                </a:solidFill>
                <a:latin typeface="Times New Roman" pitchFamily="18" charset="0"/>
                <a:ea typeface="等线 Light" pitchFamily="0" charset="0"/>
                <a:cs typeface="Times New Roman" pitchFamily="18" charset="0"/>
              </a:rPr>
              <a:t>Digital Portfolio </a:t>
            </a:r>
            <a:br>
              <a:rPr lang="zh-CN" altLang="en-US" sz="6000" b="1" i="0" u="none" strike="noStrike" kern="1200" cap="none" spc="0" baseline="0">
                <a:solidFill>
                  <a:srgbClr val="0F0F0F"/>
                </a:solidFill>
                <a:latin typeface="Roboto" pitchFamily="2" charset="0"/>
                <a:ea typeface="等线 Light" pitchFamily="0" charset="0"/>
                <a:cs typeface="Lucida Sans" pitchFamily="0" charset="0"/>
              </a:rPr>
            </a:br>
            <a:endParaRPr lang="zh-CN" altLang="en-US" sz="6000" b="0" i="0" u="none" strike="noStrike" kern="1200" cap="none" spc="15" baseline="0">
              <a:solidFill>
                <a:schemeClr val="tx1"/>
              </a:solidFill>
              <a:latin typeface="Calibri Light" pitchFamily="0" charset="0"/>
              <a:ea typeface="等线 Light" pitchFamily="0" charset="0"/>
              <a:cs typeface="Lucida Sans" pitchFamily="0" charset="0"/>
            </a:endParaRPr>
          </a:p>
        </p:txBody>
      </p:sp>
      <p:sp>
        <p:nvSpPr>
          <p:cNvPr id="24" name="Rectangle"/>
          <p:cNvSpPr>
            <a:spLocks noGrp="1"/>
          </p:cNvSpPr>
          <p:nvPr>
            <p:ph type="sldNum"/>
          </p:nvPr>
        </p:nvSpPr>
        <p:spPr>
          <a:xfrm rot="0">
            <a:off x="8610600" y="6444932"/>
            <a:ext cx="2743200" cy="187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6985" rIns="0" bIns="0" anchor="ctr" anchorCtr="0">
            <a:prstTxWarp prst="textNoShape"/>
            <a:spAutoFit/>
          </a:bodyPr>
          <a:lstStyle/>
          <a:p>
            <a:pPr marL="38100" indent="0" algn="r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10" baseline="0">
                <a:solidFill>
                  <a:srgbClr val="898989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</a:t>
            </a:fld>
            <a:endParaRPr lang="zh-CN" altLang="en-US" sz="1200" b="0" i="0" u="none" strike="noStrike" kern="1200" cap="none" spc="10" baseline="0">
              <a:solidFill>
                <a:srgbClr val="898989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pic>
        <p:nvPicPr>
          <p:cNvPr id="25" name="Image"/>
          <p:cNvPicPr>
            <a:picLocks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676275" y="6467475"/>
            <a:ext cx="2143125" cy="200023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26" name="Rectangle"/>
          <p:cNvSpPr>
            <a:spLocks/>
          </p:cNvSpPr>
          <p:nvPr/>
        </p:nvSpPr>
        <p:spPr>
          <a:xfrm rot="0">
            <a:off x="2554541" y="3314150"/>
            <a:ext cx="8610599" cy="190118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STUDENT NAME: 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Padma 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logini.M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REGISTER NO AND NMID: 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DEPARTMENT: 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II BSC.CS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COLLEGE:KPR COLLAGE OF ARTS  SCIENCE AND RESEARCH/ BHARATHIYAR UNIVERSITY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0381337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曲线"/>
          <p:cNvSpPr>
            <a:spLocks/>
          </p:cNvSpPr>
          <p:nvPr/>
        </p:nvSpPr>
        <p:spPr>
          <a:xfrm rot="0">
            <a:off x="0" y="0"/>
            <a:ext cx="12192000" cy="6858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F1F1F1"/>
          </a:solidFill>
          <a:ln cmpd="sng" cap="flat">
            <a:noFill/>
            <a:prstDash val="solid"/>
            <a:miter/>
          </a:ln>
        </p:spPr>
      </p:sp>
      <p:grpSp>
        <p:nvGrpSpPr>
          <p:cNvPr id="46" name="Combination"/>
          <p:cNvGrpSpPr>
            <a:grpSpLocks/>
          </p:cNvGrpSpPr>
          <p:nvPr/>
        </p:nvGrpSpPr>
        <p:grpSpPr>
          <a:xfrm>
            <a:off x="7448612" y="0"/>
            <a:ext cx="4743793" cy="6858466"/>
            <a:chOff x="7448612" y="0"/>
            <a:chExt cx="4743793" cy="6858466"/>
          </a:xfrm>
        </p:grpSpPr>
        <p:sp>
          <p:nvSpPr>
            <p:cNvPr id="37" name="曲线"/>
            <p:cNvSpPr>
              <a:spLocks/>
            </p:cNvSpPr>
            <p:nvPr/>
          </p:nvSpPr>
          <p:spPr>
            <a:xfrm rot="0">
              <a:off x="9377426" y="4825"/>
              <a:ext cx="1218563" cy="6853554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596" y="21596"/>
                  </a:lnTo>
                </a:path>
              </a:pathLst>
            </a:custGeom>
            <a:noFill/>
            <a:ln w="9525" cmpd="sng" cap="flat">
              <a:solidFill>
                <a:srgbClr val="5FCAEE"/>
              </a:solidFill>
              <a:prstDash val="solid"/>
              <a:round/>
            </a:ln>
          </p:spPr>
        </p:sp>
        <p:sp>
          <p:nvSpPr>
            <p:cNvPr id="38" name="曲线"/>
            <p:cNvSpPr>
              <a:spLocks/>
            </p:cNvSpPr>
            <p:nvPr/>
          </p:nvSpPr>
          <p:spPr>
            <a:xfrm rot="0">
              <a:off x="7448612" y="3694896"/>
              <a:ext cx="4743450" cy="316357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599" y="0"/>
                  </a:moveTo>
                  <a:lnTo>
                    <a:pt x="0" y="21595"/>
                  </a:lnTo>
                </a:path>
              </a:pathLst>
            </a:custGeom>
            <a:noFill/>
            <a:ln w="9525" cmpd="sng" cap="flat">
              <a:solidFill>
                <a:srgbClr val="5FCAEE"/>
              </a:solidFill>
              <a:prstDash val="solid"/>
              <a:round/>
            </a:ln>
          </p:spPr>
        </p:sp>
        <p:sp>
          <p:nvSpPr>
            <p:cNvPr id="39" name="曲线"/>
            <p:cNvSpPr>
              <a:spLocks/>
            </p:cNvSpPr>
            <p:nvPr/>
          </p:nvSpPr>
          <p:spPr>
            <a:xfrm rot="0">
              <a:off x="9182100" y="0"/>
              <a:ext cx="3009898" cy="68580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599" y="0"/>
                  </a:moveTo>
                  <a:lnTo>
                    <a:pt x="14671" y="0"/>
                  </a:lnTo>
                  <a:lnTo>
                    <a:pt x="0" y="21599"/>
                  </a:lnTo>
                  <a:lnTo>
                    <a:pt x="21599" y="21599"/>
                  </a:lnTo>
                  <a:lnTo>
                    <a:pt x="21599" y="0"/>
                  </a:lnTo>
                  <a:close/>
                </a:path>
              </a:pathLst>
            </a:custGeom>
            <a:solidFill>
              <a:srgbClr val="5FCAEE">
                <a:alpha val="36000"/>
              </a:srgbClr>
            </a:solidFill>
            <a:ln cmpd="sng" cap="flat">
              <a:noFill/>
              <a:prstDash val="solid"/>
              <a:miter/>
            </a:ln>
          </p:spPr>
        </p:sp>
        <p:sp>
          <p:nvSpPr>
            <p:cNvPr id="40" name="曲线"/>
            <p:cNvSpPr>
              <a:spLocks/>
            </p:cNvSpPr>
            <p:nvPr/>
          </p:nvSpPr>
          <p:spPr>
            <a:xfrm rot="0">
              <a:off x="9602878" y="0"/>
              <a:ext cx="2589527" cy="68580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596" y="0"/>
                  </a:moveTo>
                  <a:lnTo>
                    <a:pt x="0" y="0"/>
                  </a:lnTo>
                  <a:lnTo>
                    <a:pt x="10083" y="21599"/>
                  </a:lnTo>
                  <a:lnTo>
                    <a:pt x="21596" y="21599"/>
                  </a:lnTo>
                  <a:lnTo>
                    <a:pt x="21596" y="0"/>
                  </a:lnTo>
                  <a:close/>
                </a:path>
              </a:pathLst>
            </a:custGeom>
            <a:solidFill>
              <a:srgbClr val="5FCAEE">
                <a:alpha val="20000"/>
              </a:srgbClr>
            </a:solidFill>
            <a:ln cmpd="sng" cap="flat">
              <a:noFill/>
              <a:prstDash val="solid"/>
              <a:miter/>
            </a:ln>
          </p:spPr>
        </p:sp>
        <p:sp>
          <p:nvSpPr>
            <p:cNvPr id="41" name="曲线"/>
            <p:cNvSpPr>
              <a:spLocks/>
            </p:cNvSpPr>
            <p:nvPr/>
          </p:nvSpPr>
          <p:spPr>
            <a:xfrm rot="0">
              <a:off x="8934450" y="3048000"/>
              <a:ext cx="3257550" cy="38100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17AFE3">
                <a:alpha val="66000"/>
              </a:srgbClr>
            </a:solidFill>
            <a:ln cmpd="sng" cap="flat">
              <a:noFill/>
              <a:prstDash val="solid"/>
              <a:miter/>
            </a:ln>
          </p:spPr>
        </p:sp>
        <p:sp>
          <p:nvSpPr>
            <p:cNvPr id="42" name="曲线"/>
            <p:cNvSpPr>
              <a:spLocks/>
            </p:cNvSpPr>
            <p:nvPr/>
          </p:nvSpPr>
          <p:spPr>
            <a:xfrm rot="0">
              <a:off x="9337930" y="0"/>
              <a:ext cx="2854323" cy="68580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598" y="0"/>
                  </a:moveTo>
                  <a:lnTo>
                    <a:pt x="0" y="0"/>
                  </a:lnTo>
                  <a:lnTo>
                    <a:pt x="18689" y="21599"/>
                  </a:lnTo>
                  <a:lnTo>
                    <a:pt x="21598" y="21599"/>
                  </a:lnTo>
                  <a:lnTo>
                    <a:pt x="21598" y="0"/>
                  </a:lnTo>
                  <a:close/>
                </a:path>
              </a:pathLst>
            </a:custGeom>
            <a:solidFill>
              <a:srgbClr val="17AFE3">
                <a:alpha val="50000"/>
              </a:srgbClr>
            </a:solidFill>
            <a:ln cmpd="sng" cap="flat">
              <a:noFill/>
              <a:prstDash val="solid"/>
              <a:miter/>
            </a:ln>
          </p:spPr>
        </p:sp>
        <p:sp>
          <p:nvSpPr>
            <p:cNvPr id="43" name="曲线"/>
            <p:cNvSpPr>
              <a:spLocks/>
            </p:cNvSpPr>
            <p:nvPr/>
          </p:nvSpPr>
          <p:spPr>
            <a:xfrm rot="0">
              <a:off x="10896601" y="0"/>
              <a:ext cx="1295400" cy="68580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598" y="0"/>
                  </a:moveTo>
                  <a:lnTo>
                    <a:pt x="17047" y="0"/>
                  </a:lnTo>
                  <a:lnTo>
                    <a:pt x="0" y="21599"/>
                  </a:lnTo>
                  <a:lnTo>
                    <a:pt x="21598" y="21599"/>
                  </a:lnTo>
                  <a:lnTo>
                    <a:pt x="21598" y="0"/>
                  </a:lnTo>
                  <a:close/>
                </a:path>
              </a:pathLst>
            </a:custGeom>
            <a:solidFill>
              <a:srgbClr val="2D83C3">
                <a:alpha val="70000"/>
              </a:srgbClr>
            </a:solidFill>
            <a:ln cmpd="sng" cap="flat">
              <a:noFill/>
              <a:prstDash val="solid"/>
              <a:miter/>
            </a:ln>
          </p:spPr>
        </p:sp>
        <p:sp>
          <p:nvSpPr>
            <p:cNvPr id="44" name="曲线"/>
            <p:cNvSpPr>
              <a:spLocks/>
            </p:cNvSpPr>
            <p:nvPr/>
          </p:nvSpPr>
          <p:spPr>
            <a:xfrm rot="0">
              <a:off x="10936247" y="0"/>
              <a:ext cx="1256027" cy="68580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595" y="0"/>
                  </a:moveTo>
                  <a:lnTo>
                    <a:pt x="0" y="0"/>
                  </a:lnTo>
                  <a:lnTo>
                    <a:pt x="19165" y="21599"/>
                  </a:lnTo>
                  <a:lnTo>
                    <a:pt x="21595" y="21599"/>
                  </a:lnTo>
                  <a:lnTo>
                    <a:pt x="21595" y="0"/>
                  </a:lnTo>
                  <a:close/>
                </a:path>
              </a:pathLst>
            </a:custGeom>
            <a:solidFill>
              <a:srgbClr val="226192">
                <a:alpha val="80000"/>
              </a:srgbClr>
            </a:solidFill>
            <a:ln cmpd="sng" cap="flat">
              <a:noFill/>
              <a:prstDash val="solid"/>
              <a:miter/>
            </a:ln>
          </p:spPr>
        </p:sp>
        <p:sp>
          <p:nvSpPr>
            <p:cNvPr id="45" name="曲线"/>
            <p:cNvSpPr>
              <a:spLocks/>
            </p:cNvSpPr>
            <p:nvPr/>
          </p:nvSpPr>
          <p:spPr>
            <a:xfrm rot="0">
              <a:off x="10372725" y="3590925"/>
              <a:ext cx="1819275" cy="326707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17AFE3">
                <a:alpha val="66000"/>
              </a:srgbClr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47" name="曲线"/>
          <p:cNvSpPr>
            <a:spLocks/>
          </p:cNvSpPr>
          <p:nvPr/>
        </p:nvSpPr>
        <p:spPr>
          <a:xfrm rot="0">
            <a:off x="0" y="4010025"/>
            <a:ext cx="447674" cy="2847975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000"/>
            </a:srgbClr>
          </a:solidFill>
          <a:ln cmpd="sng" cap="flat">
            <a:noFill/>
            <a:prstDash val="solid"/>
            <a:miter/>
          </a:ln>
        </p:spPr>
      </p:sp>
      <p:sp>
        <p:nvSpPr>
          <p:cNvPr id="48" name="曲线"/>
          <p:cNvSpPr>
            <a:spLocks/>
          </p:cNvSpPr>
          <p:nvPr/>
        </p:nvSpPr>
        <p:spPr>
          <a:xfrm rot="0">
            <a:off x="9353550" y="5362575"/>
            <a:ext cx="457199" cy="4572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42AF51"/>
          </a:solidFill>
          <a:ln cmpd="sng" cap="flat">
            <a:noFill/>
            <a:prstDash val="solid"/>
            <a:miter/>
          </a:ln>
        </p:spPr>
      </p:sp>
      <p:sp>
        <p:nvSpPr>
          <p:cNvPr id="49" name="曲线"/>
          <p:cNvSpPr>
            <a:spLocks/>
          </p:cNvSpPr>
          <p:nvPr/>
        </p:nvSpPr>
        <p:spPr>
          <a:xfrm rot="0">
            <a:off x="6696075" y="1695450"/>
            <a:ext cx="314324" cy="32385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2D83C3"/>
          </a:solidFill>
          <a:ln cmpd="sng" cap="flat">
            <a:noFill/>
            <a:prstDash val="solid"/>
            <a:miter/>
          </a:ln>
        </p:spPr>
      </p:sp>
      <p:sp>
        <p:nvSpPr>
          <p:cNvPr id="50" name="曲线"/>
          <p:cNvSpPr>
            <a:spLocks/>
          </p:cNvSpPr>
          <p:nvPr/>
        </p:nvSpPr>
        <p:spPr>
          <a:xfrm rot="0">
            <a:off x="9353550" y="5895975"/>
            <a:ext cx="180975" cy="180975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2D936B"/>
          </a:solidFill>
          <a:ln cmpd="sng" cap="flat">
            <a:noFill/>
            <a:prstDash val="solid"/>
            <a:miter/>
          </a:ln>
        </p:spPr>
      </p:sp>
      <p:sp>
        <p:nvSpPr>
          <p:cNvPr id="51" name="Text box"/>
          <p:cNvSpPr>
            <a:spLocks noGrp="1"/>
          </p:cNvSpPr>
          <p:nvPr>
            <p:ph type="title"/>
          </p:nvPr>
        </p:nvSpPr>
        <p:spPr>
          <a:xfrm rot="0">
            <a:off x="739774" y="1153477"/>
            <a:ext cx="3909695" cy="66420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6510" rIns="0" bIns="0" anchor="ctr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rPr lang="en-US" altLang="zh-CN" sz="4250" b="0" i="0" u="none" strike="noStrike" kern="1200" cap="none" spc="0" baseline="0">
                <a:solidFill>
                  <a:schemeClr val="tx1"/>
                </a:solidFill>
                <a:latin typeface="Calibri Light" pitchFamily="0" charset="0"/>
                <a:ea typeface="等线 Light" pitchFamily="0" charset="0"/>
                <a:cs typeface="Lucida Sans" pitchFamily="0" charset="0"/>
              </a:rPr>
              <a:t>HOME BACKING </a:t>
            </a:r>
            <a:endParaRPr lang="zh-CN" altLang="en-US" sz="4250" b="0" i="0" u="none" strike="noStrike" kern="1200" cap="none" spc="0" baseline="0">
              <a:solidFill>
                <a:schemeClr val="tx1"/>
              </a:solidFill>
              <a:latin typeface="Calibri Light" pitchFamily="0" charset="0"/>
              <a:ea typeface="等线 Light" pitchFamily="0" charset="0"/>
              <a:cs typeface="Lucida Sans" pitchFamily="0" charset="0"/>
            </a:endParaRPr>
          </a:p>
        </p:txBody>
      </p:sp>
      <p:sp>
        <p:nvSpPr>
          <p:cNvPr id="52" name="Rectangle"/>
          <p:cNvSpPr>
            <a:spLocks noGrp="1"/>
          </p:cNvSpPr>
          <p:nvPr>
            <p:ph type="sldNum"/>
          </p:nvPr>
        </p:nvSpPr>
        <p:spPr>
          <a:xfrm rot="0">
            <a:off x="8610600" y="6444932"/>
            <a:ext cx="2743200" cy="187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6985" rIns="0" bIns="0" anchor="ctr" anchorCtr="0">
            <a:prstTxWarp prst="textNoShape"/>
            <a:spAutoFit/>
          </a:bodyPr>
          <a:lstStyle/>
          <a:p>
            <a:pPr marL="38100" indent="0" algn="r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10" baseline="0">
                <a:solidFill>
                  <a:srgbClr val="898989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</a:t>
            </a:fld>
            <a:endParaRPr lang="zh-CN" altLang="en-US" sz="1200" b="0" i="0" u="none" strike="noStrike" kern="1200" cap="none" spc="10" baseline="0">
              <a:solidFill>
                <a:srgbClr val="898989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grpSp>
        <p:nvGrpSpPr>
          <p:cNvPr id="55" name="Combination"/>
          <p:cNvGrpSpPr>
            <a:grpSpLocks/>
          </p:cNvGrpSpPr>
          <p:nvPr/>
        </p:nvGrpSpPr>
        <p:grpSpPr>
          <a:xfrm>
            <a:off x="466725" y="6410325"/>
            <a:ext cx="3705224" cy="295275"/>
            <a:chOff x="466725" y="6410325"/>
            <a:chExt cx="3705224" cy="295275"/>
          </a:xfrm>
        </p:grpSpPr>
        <p:pic>
          <p:nvPicPr>
            <p:cNvPr id="53" name="Image"/>
            <p:cNvPicPr>
              <a:picLocks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 rot="0">
              <a:off x="676275" y="6467475"/>
              <a:ext cx="2143125" cy="200023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pic>
        <p:pic>
          <p:nvPicPr>
            <p:cNvPr id="54" name="Image"/>
            <p:cNvPicPr>
              <a:picLocks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0">
              <a:off x="466725" y="6410325"/>
              <a:ext cx="3705224" cy="295275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pic>
      </p:grpSp>
    </p:spTree>
    <p:extLst>
      <p:ext uri="{BB962C8B-B14F-4D97-AF65-F5344CB8AC3E}">
        <p14:creationId xmlns:p14="http://schemas.microsoft.com/office/powerpoint/2010/main" val="1093817728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曲线"/>
          <p:cNvSpPr>
            <a:spLocks/>
          </p:cNvSpPr>
          <p:nvPr/>
        </p:nvSpPr>
        <p:spPr>
          <a:xfrm rot="0">
            <a:off x="-76200" y="28579"/>
            <a:ext cx="12481713" cy="6858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599" y="0"/>
                </a:moveTo>
                <a:lnTo>
                  <a:pt x="0" y="0"/>
                </a:lnTo>
                <a:lnTo>
                  <a:pt x="0" y="21597"/>
                </a:lnTo>
                <a:lnTo>
                  <a:pt x="21599" y="21597"/>
                </a:lnTo>
                <a:lnTo>
                  <a:pt x="21599" y="0"/>
                </a:lnTo>
                <a:close/>
              </a:path>
            </a:pathLst>
          </a:custGeom>
          <a:solidFill>
            <a:srgbClr val="F1F1F1"/>
          </a:solidFill>
          <a:ln cmpd="sng" cap="flat">
            <a:noFill/>
            <a:prstDash val="solid"/>
            <a:miter/>
          </a:ln>
        </p:spPr>
      </p:sp>
      <p:grpSp>
        <p:nvGrpSpPr>
          <p:cNvPr id="70" name="Combination"/>
          <p:cNvGrpSpPr>
            <a:grpSpLocks/>
          </p:cNvGrpSpPr>
          <p:nvPr/>
        </p:nvGrpSpPr>
        <p:grpSpPr>
          <a:xfrm>
            <a:off x="7448612" y="0"/>
            <a:ext cx="4743793" cy="6858466"/>
            <a:chOff x="7448612" y="0"/>
            <a:chExt cx="4743793" cy="6858466"/>
          </a:xfrm>
        </p:grpSpPr>
        <p:sp>
          <p:nvSpPr>
            <p:cNvPr id="61" name="曲线"/>
            <p:cNvSpPr>
              <a:spLocks/>
            </p:cNvSpPr>
            <p:nvPr/>
          </p:nvSpPr>
          <p:spPr>
            <a:xfrm rot="0">
              <a:off x="9377426" y="4825"/>
              <a:ext cx="1218563" cy="6853554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596" y="21596"/>
                  </a:lnTo>
                </a:path>
              </a:pathLst>
            </a:custGeom>
            <a:noFill/>
            <a:ln w="9525" cmpd="sng" cap="flat">
              <a:solidFill>
                <a:srgbClr val="5FCAEE"/>
              </a:solidFill>
              <a:prstDash val="solid"/>
              <a:round/>
            </a:ln>
          </p:spPr>
        </p:sp>
        <p:sp>
          <p:nvSpPr>
            <p:cNvPr id="62" name="曲线"/>
            <p:cNvSpPr>
              <a:spLocks/>
            </p:cNvSpPr>
            <p:nvPr/>
          </p:nvSpPr>
          <p:spPr>
            <a:xfrm rot="0">
              <a:off x="7448612" y="3694896"/>
              <a:ext cx="4743450" cy="316357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599" y="0"/>
                  </a:moveTo>
                  <a:lnTo>
                    <a:pt x="0" y="21595"/>
                  </a:lnTo>
                </a:path>
              </a:pathLst>
            </a:custGeom>
            <a:noFill/>
            <a:ln w="9525" cmpd="sng" cap="flat">
              <a:solidFill>
                <a:srgbClr val="5FCAEE"/>
              </a:solidFill>
              <a:prstDash val="solid"/>
              <a:round/>
            </a:ln>
          </p:spPr>
        </p:sp>
        <p:sp>
          <p:nvSpPr>
            <p:cNvPr id="63" name="曲线"/>
            <p:cNvSpPr>
              <a:spLocks/>
            </p:cNvSpPr>
            <p:nvPr/>
          </p:nvSpPr>
          <p:spPr>
            <a:xfrm rot="0">
              <a:off x="9182100" y="0"/>
              <a:ext cx="3009898" cy="68580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599" y="0"/>
                  </a:moveTo>
                  <a:lnTo>
                    <a:pt x="14671" y="0"/>
                  </a:lnTo>
                  <a:lnTo>
                    <a:pt x="0" y="21599"/>
                  </a:lnTo>
                  <a:lnTo>
                    <a:pt x="21599" y="21599"/>
                  </a:lnTo>
                  <a:lnTo>
                    <a:pt x="21599" y="0"/>
                  </a:lnTo>
                  <a:close/>
                </a:path>
              </a:pathLst>
            </a:custGeom>
            <a:solidFill>
              <a:srgbClr val="5FCAEE">
                <a:alpha val="36000"/>
              </a:srgbClr>
            </a:solidFill>
            <a:ln cmpd="sng" cap="flat">
              <a:noFill/>
              <a:prstDash val="solid"/>
              <a:miter/>
            </a:ln>
          </p:spPr>
        </p:sp>
        <p:sp>
          <p:nvSpPr>
            <p:cNvPr id="64" name="曲线"/>
            <p:cNvSpPr>
              <a:spLocks/>
            </p:cNvSpPr>
            <p:nvPr/>
          </p:nvSpPr>
          <p:spPr>
            <a:xfrm rot="0">
              <a:off x="9602878" y="0"/>
              <a:ext cx="2589527" cy="68580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596" y="0"/>
                  </a:moveTo>
                  <a:lnTo>
                    <a:pt x="0" y="0"/>
                  </a:lnTo>
                  <a:lnTo>
                    <a:pt x="10083" y="21599"/>
                  </a:lnTo>
                  <a:lnTo>
                    <a:pt x="21596" y="21599"/>
                  </a:lnTo>
                  <a:lnTo>
                    <a:pt x="21596" y="0"/>
                  </a:lnTo>
                  <a:close/>
                </a:path>
              </a:pathLst>
            </a:custGeom>
            <a:solidFill>
              <a:srgbClr val="5FCAEE">
                <a:alpha val="20000"/>
              </a:srgbClr>
            </a:solidFill>
            <a:ln cmpd="sng" cap="flat">
              <a:noFill/>
              <a:prstDash val="solid"/>
              <a:miter/>
            </a:ln>
          </p:spPr>
        </p:sp>
        <p:sp>
          <p:nvSpPr>
            <p:cNvPr id="65" name="曲线"/>
            <p:cNvSpPr>
              <a:spLocks/>
            </p:cNvSpPr>
            <p:nvPr/>
          </p:nvSpPr>
          <p:spPr>
            <a:xfrm rot="0">
              <a:off x="8934450" y="3048000"/>
              <a:ext cx="3257550" cy="38100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17AFE3">
                <a:alpha val="66000"/>
              </a:srgbClr>
            </a:solidFill>
            <a:ln cmpd="sng" cap="flat">
              <a:noFill/>
              <a:prstDash val="solid"/>
              <a:miter/>
            </a:ln>
          </p:spPr>
        </p:sp>
        <p:sp>
          <p:nvSpPr>
            <p:cNvPr id="66" name="曲线"/>
            <p:cNvSpPr>
              <a:spLocks/>
            </p:cNvSpPr>
            <p:nvPr/>
          </p:nvSpPr>
          <p:spPr>
            <a:xfrm rot="0">
              <a:off x="9337930" y="0"/>
              <a:ext cx="2854323" cy="68580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598" y="0"/>
                  </a:moveTo>
                  <a:lnTo>
                    <a:pt x="0" y="0"/>
                  </a:lnTo>
                  <a:lnTo>
                    <a:pt x="18689" y="21599"/>
                  </a:lnTo>
                  <a:lnTo>
                    <a:pt x="21598" y="21599"/>
                  </a:lnTo>
                  <a:lnTo>
                    <a:pt x="21598" y="0"/>
                  </a:lnTo>
                  <a:close/>
                </a:path>
              </a:pathLst>
            </a:custGeom>
            <a:solidFill>
              <a:srgbClr val="17AFE3">
                <a:alpha val="50000"/>
              </a:srgbClr>
            </a:solidFill>
            <a:ln cmpd="sng" cap="flat">
              <a:noFill/>
              <a:prstDash val="solid"/>
              <a:miter/>
            </a:ln>
          </p:spPr>
        </p:sp>
        <p:sp>
          <p:nvSpPr>
            <p:cNvPr id="67" name="曲线"/>
            <p:cNvSpPr>
              <a:spLocks/>
            </p:cNvSpPr>
            <p:nvPr/>
          </p:nvSpPr>
          <p:spPr>
            <a:xfrm rot="0">
              <a:off x="10896601" y="0"/>
              <a:ext cx="1295400" cy="68580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598" y="0"/>
                  </a:moveTo>
                  <a:lnTo>
                    <a:pt x="17047" y="0"/>
                  </a:lnTo>
                  <a:lnTo>
                    <a:pt x="0" y="21599"/>
                  </a:lnTo>
                  <a:lnTo>
                    <a:pt x="21598" y="21599"/>
                  </a:lnTo>
                  <a:lnTo>
                    <a:pt x="21598" y="0"/>
                  </a:lnTo>
                  <a:close/>
                </a:path>
              </a:pathLst>
            </a:custGeom>
            <a:solidFill>
              <a:srgbClr val="2D83C3">
                <a:alpha val="70000"/>
              </a:srgbClr>
            </a:solidFill>
            <a:ln cmpd="sng" cap="flat">
              <a:noFill/>
              <a:prstDash val="solid"/>
              <a:miter/>
            </a:ln>
          </p:spPr>
        </p:sp>
        <p:sp>
          <p:nvSpPr>
            <p:cNvPr id="68" name="曲线"/>
            <p:cNvSpPr>
              <a:spLocks/>
            </p:cNvSpPr>
            <p:nvPr/>
          </p:nvSpPr>
          <p:spPr>
            <a:xfrm rot="0">
              <a:off x="10936247" y="0"/>
              <a:ext cx="1256027" cy="68580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595" y="0"/>
                  </a:moveTo>
                  <a:lnTo>
                    <a:pt x="0" y="0"/>
                  </a:lnTo>
                  <a:lnTo>
                    <a:pt x="19165" y="21599"/>
                  </a:lnTo>
                  <a:lnTo>
                    <a:pt x="21595" y="21599"/>
                  </a:lnTo>
                  <a:lnTo>
                    <a:pt x="21595" y="0"/>
                  </a:lnTo>
                  <a:close/>
                </a:path>
              </a:pathLst>
            </a:custGeom>
            <a:solidFill>
              <a:srgbClr val="226192">
                <a:alpha val="80000"/>
              </a:srgbClr>
            </a:solidFill>
            <a:ln cmpd="sng" cap="flat">
              <a:noFill/>
              <a:prstDash val="solid"/>
              <a:miter/>
            </a:ln>
          </p:spPr>
        </p:sp>
        <p:sp>
          <p:nvSpPr>
            <p:cNvPr id="69" name="曲线"/>
            <p:cNvSpPr>
              <a:spLocks/>
            </p:cNvSpPr>
            <p:nvPr/>
          </p:nvSpPr>
          <p:spPr>
            <a:xfrm rot="0">
              <a:off x="10372725" y="3590925"/>
              <a:ext cx="1819275" cy="326707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17AFE3">
                <a:alpha val="66000"/>
              </a:srgbClr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71" name="曲线"/>
          <p:cNvSpPr>
            <a:spLocks/>
          </p:cNvSpPr>
          <p:nvPr/>
        </p:nvSpPr>
        <p:spPr>
          <a:xfrm rot="0">
            <a:off x="0" y="4010025"/>
            <a:ext cx="447674" cy="2847975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000"/>
            </a:srgbClr>
          </a:solidFill>
          <a:ln cmpd="sng" cap="flat">
            <a:noFill/>
            <a:prstDash val="solid"/>
            <a:miter/>
          </a:ln>
        </p:spPr>
      </p:sp>
      <p:sp>
        <p:nvSpPr>
          <p:cNvPr id="72" name="Rectangle"/>
          <p:cNvSpPr>
            <a:spLocks/>
          </p:cNvSpPr>
          <p:nvPr/>
        </p:nvSpPr>
        <p:spPr>
          <a:xfrm rot="0">
            <a:off x="752474" y="6486037"/>
            <a:ext cx="1773554" cy="16636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20" baseline="0">
                <a:solidFill>
                  <a:srgbClr val="2D83C3"/>
                </a:solidFill>
                <a:latin typeface="Trebuchet MS" pitchFamily="0" charset="0"/>
                <a:ea typeface="等线" pitchFamily="0" charset="0"/>
                <a:cs typeface="Trebuchet MS" pitchFamily="0" charset="0"/>
              </a:rPr>
              <a:t>3/21/202</a:t>
            </a:r>
            <a:r>
              <a:rPr lang="en-US" altLang="zh-CN" sz="1100" b="0" i="0" u="none" strike="noStrike" kern="1200" cap="none" spc="10" baseline="0">
                <a:solidFill>
                  <a:srgbClr val="2D83C3"/>
                </a:solidFill>
                <a:latin typeface="Trebuchet MS" pitchFamily="0" charset="0"/>
                <a:ea typeface="等线" pitchFamily="0" charset="0"/>
                <a:cs typeface="Trebuchet MS" pitchFamily="0" charset="0"/>
              </a:rPr>
              <a:t>4</a:t>
            </a:r>
            <a:r>
              <a:rPr lang="en-US" altLang="zh-CN" sz="1100" b="0" i="0" u="none" strike="noStrike" kern="1200" cap="none" spc="0" baseline="0">
                <a:solidFill>
                  <a:srgbClr val="2D83C3"/>
                </a:solidFill>
                <a:latin typeface="Trebuchet MS" pitchFamily="0" charset="0"/>
                <a:ea typeface="等线" pitchFamily="0" charset="0"/>
                <a:cs typeface="Trebuchet MS" pitchFamily="0" charset="0"/>
              </a:rPr>
              <a:t> </a:t>
            </a:r>
            <a:r>
              <a:rPr lang="en-US" altLang="zh-CN" sz="1100" b="0" i="0" u="none" strike="noStrike" kern="1200" cap="none" spc="130" baseline="0">
                <a:solidFill>
                  <a:srgbClr val="2D83C3"/>
                </a:solidFill>
                <a:latin typeface="Trebuchet MS" pitchFamily="0" charset="0"/>
                <a:ea typeface="等线" pitchFamily="0" charset="0"/>
                <a:cs typeface="Trebuchet MS" pitchFamily="0" charset="0"/>
              </a:rPr>
              <a:t> </a:t>
            </a:r>
            <a:r>
              <a:rPr lang="en-US" altLang="zh-CN" sz="1100" b="1" i="0" u="none" strike="noStrike" kern="1200" cap="none" spc="50" baseline="0">
                <a:solidFill>
                  <a:srgbClr val="2D83C3"/>
                </a:solidFill>
                <a:latin typeface="Trebuchet MS" pitchFamily="0" charset="0"/>
                <a:ea typeface="等线" pitchFamily="0" charset="0"/>
                <a:cs typeface="Trebuchet MS" pitchFamily="0" charset="0"/>
              </a:rPr>
              <a:t>A</a:t>
            </a:r>
            <a:r>
              <a:rPr lang="en-US" altLang="zh-CN" sz="1100" b="1" i="0" u="none" strike="noStrike" kern="1200" cap="none" spc="15" baseline="0">
                <a:solidFill>
                  <a:srgbClr val="2D83C3"/>
                </a:solidFill>
                <a:latin typeface="Trebuchet MS" pitchFamily="0" charset="0"/>
                <a:ea typeface="等线" pitchFamily="0" charset="0"/>
                <a:cs typeface="Trebuchet MS" pitchFamily="0" charset="0"/>
              </a:rPr>
              <a:t>nnu</a:t>
            </a:r>
            <a:r>
              <a:rPr lang="en-US" altLang="zh-CN" sz="1100" b="1" i="0" u="none" strike="noStrike" kern="1200" cap="none" spc="10" baseline="0">
                <a:solidFill>
                  <a:srgbClr val="2D83C3"/>
                </a:solidFill>
                <a:latin typeface="Trebuchet MS" pitchFamily="0" charset="0"/>
                <a:ea typeface="等线" pitchFamily="0" charset="0"/>
                <a:cs typeface="Trebuchet MS" pitchFamily="0" charset="0"/>
              </a:rPr>
              <a:t>al</a:t>
            </a:r>
            <a:r>
              <a:rPr lang="en-US" altLang="zh-CN" sz="1100" b="1" i="0" u="none" strike="noStrike" kern="1200" cap="none" spc="-140" baseline="0">
                <a:solidFill>
                  <a:srgbClr val="2D83C3"/>
                </a:solidFill>
                <a:latin typeface="Trebuchet MS" pitchFamily="0" charset="0"/>
                <a:ea typeface="等线" pitchFamily="0" charset="0"/>
                <a:cs typeface="Trebuchet MS" pitchFamily="0" charset="0"/>
              </a:rPr>
              <a:t> </a:t>
            </a:r>
            <a:r>
              <a:rPr lang="en-US" altLang="zh-CN" sz="1100" b="1" i="0" u="none" strike="noStrike" kern="1200" cap="none" spc="0" baseline="0">
                <a:solidFill>
                  <a:srgbClr val="2D83C3"/>
                </a:solidFill>
                <a:latin typeface="Trebuchet MS" pitchFamily="0" charset="0"/>
                <a:ea typeface="等线" pitchFamily="0" charset="0"/>
                <a:cs typeface="Trebuchet MS" pitchFamily="0" charset="0"/>
              </a:rPr>
              <a:t>R</a:t>
            </a:r>
            <a:r>
              <a:rPr lang="en-US" altLang="zh-CN" sz="1100" b="1" i="0" u="none" strike="noStrike" kern="1200" cap="none" spc="35" baseline="0">
                <a:solidFill>
                  <a:srgbClr val="2D83C3"/>
                </a:solidFill>
                <a:latin typeface="Trebuchet MS" pitchFamily="0" charset="0"/>
                <a:ea typeface="等线" pitchFamily="0" charset="0"/>
                <a:cs typeface="Trebuchet MS" pitchFamily="0" charset="0"/>
              </a:rPr>
              <a:t>e</a:t>
            </a:r>
            <a:r>
              <a:rPr lang="en-US" altLang="zh-CN" sz="1100" b="1" i="0" u="none" strike="noStrike" kern="1200" cap="none" spc="90" baseline="0">
                <a:solidFill>
                  <a:srgbClr val="2D83C3"/>
                </a:solidFill>
                <a:latin typeface="Trebuchet MS" pitchFamily="0" charset="0"/>
                <a:ea typeface="等线" pitchFamily="0" charset="0"/>
                <a:cs typeface="Trebuchet MS" pitchFamily="0" charset="0"/>
              </a:rPr>
              <a:t>v</a:t>
            </a:r>
            <a:r>
              <a:rPr lang="en-US" altLang="zh-CN" sz="1100" b="1" i="0" u="none" strike="noStrike" kern="1200" cap="none" spc="-35" baseline="0">
                <a:solidFill>
                  <a:srgbClr val="2D83C3"/>
                </a:solidFill>
                <a:latin typeface="Trebuchet MS" pitchFamily="0" charset="0"/>
                <a:ea typeface="等线" pitchFamily="0" charset="0"/>
                <a:cs typeface="Trebuchet MS" pitchFamily="0" charset="0"/>
              </a:rPr>
              <a:t>i</a:t>
            </a:r>
            <a:r>
              <a:rPr lang="en-US" altLang="zh-CN" sz="1100" b="1" i="0" u="none" strike="noStrike" kern="1200" cap="none" spc="35" baseline="0">
                <a:solidFill>
                  <a:srgbClr val="2D83C3"/>
                </a:solidFill>
                <a:latin typeface="Trebuchet MS" pitchFamily="0" charset="0"/>
                <a:ea typeface="等线" pitchFamily="0" charset="0"/>
                <a:cs typeface="Trebuchet MS" pitchFamily="0" charset="0"/>
              </a:rPr>
              <a:t>e</a:t>
            </a:r>
            <a:r>
              <a:rPr lang="en-US" altLang="zh-CN" sz="1100" b="1" i="0" u="none" strike="noStrike" kern="1200" cap="none" spc="15" baseline="0">
                <a:solidFill>
                  <a:srgbClr val="2D83C3"/>
                </a:solidFill>
                <a:latin typeface="Trebuchet MS" pitchFamily="0" charset="0"/>
                <a:ea typeface="等线" pitchFamily="0" charset="0"/>
                <a:cs typeface="Trebuchet MS" pitchFamily="0" charset="0"/>
              </a:rPr>
              <a:t>w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等线" pitchFamily="0" charset="0"/>
              <a:cs typeface="Trebuchet MS" pitchFamily="0" charset="0"/>
            </a:endParaRPr>
          </a:p>
        </p:txBody>
      </p:sp>
      <p:sp>
        <p:nvSpPr>
          <p:cNvPr id="73" name="曲线"/>
          <p:cNvSpPr>
            <a:spLocks/>
          </p:cNvSpPr>
          <p:nvPr/>
        </p:nvSpPr>
        <p:spPr>
          <a:xfrm rot="0">
            <a:off x="7362825" y="447674"/>
            <a:ext cx="361950" cy="36195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10800" y="0"/>
                </a:moveTo>
                <a:lnTo>
                  <a:pt x="7928" y="385"/>
                </a:lnTo>
                <a:lnTo>
                  <a:pt x="5349" y="1474"/>
                </a:lnTo>
                <a:lnTo>
                  <a:pt x="3161" y="3161"/>
                </a:lnTo>
                <a:lnTo>
                  <a:pt x="1473" y="5347"/>
                </a:lnTo>
                <a:lnTo>
                  <a:pt x="383" y="7928"/>
                </a:lnTo>
                <a:lnTo>
                  <a:pt x="0" y="10800"/>
                </a:lnTo>
                <a:lnTo>
                  <a:pt x="383" y="13671"/>
                </a:lnTo>
                <a:lnTo>
                  <a:pt x="1473" y="16250"/>
                </a:lnTo>
                <a:lnTo>
                  <a:pt x="3161" y="18436"/>
                </a:lnTo>
                <a:lnTo>
                  <a:pt x="5349" y="20124"/>
                </a:lnTo>
                <a:lnTo>
                  <a:pt x="7928" y="21214"/>
                </a:lnTo>
                <a:lnTo>
                  <a:pt x="10800" y="21600"/>
                </a:lnTo>
                <a:lnTo>
                  <a:pt x="13669" y="21214"/>
                </a:lnTo>
                <a:lnTo>
                  <a:pt x="16250" y="20124"/>
                </a:lnTo>
                <a:lnTo>
                  <a:pt x="18435" y="18436"/>
                </a:lnTo>
                <a:lnTo>
                  <a:pt x="20124" y="16250"/>
                </a:lnTo>
                <a:lnTo>
                  <a:pt x="21214" y="13671"/>
                </a:lnTo>
                <a:lnTo>
                  <a:pt x="21600" y="10800"/>
                </a:lnTo>
                <a:lnTo>
                  <a:pt x="21214" y="7928"/>
                </a:lnTo>
                <a:lnTo>
                  <a:pt x="20124" y="5347"/>
                </a:lnTo>
                <a:lnTo>
                  <a:pt x="18435" y="3161"/>
                </a:lnTo>
                <a:lnTo>
                  <a:pt x="16250" y="1474"/>
                </a:lnTo>
                <a:lnTo>
                  <a:pt x="13669" y="385"/>
                </a:lnTo>
                <a:lnTo>
                  <a:pt x="10800" y="0"/>
                </a:lnTo>
                <a:close/>
              </a:path>
            </a:pathLst>
          </a:custGeom>
          <a:solidFill>
            <a:srgbClr val="EBEBEB"/>
          </a:solidFill>
          <a:ln cmpd="sng" cap="flat">
            <a:noFill/>
            <a:prstDash val="solid"/>
            <a:miter/>
          </a:ln>
        </p:spPr>
      </p:sp>
      <p:sp>
        <p:nvSpPr>
          <p:cNvPr id="74" name="曲线"/>
          <p:cNvSpPr>
            <a:spLocks/>
          </p:cNvSpPr>
          <p:nvPr/>
        </p:nvSpPr>
        <p:spPr>
          <a:xfrm rot="0">
            <a:off x="11010900" y="5610225"/>
            <a:ext cx="647699" cy="6477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10800" y="0"/>
                </a:moveTo>
                <a:lnTo>
                  <a:pt x="9203" y="117"/>
                </a:lnTo>
                <a:lnTo>
                  <a:pt x="7681" y="455"/>
                </a:lnTo>
                <a:lnTo>
                  <a:pt x="6245" y="1003"/>
                </a:lnTo>
                <a:lnTo>
                  <a:pt x="4917" y="1739"/>
                </a:lnTo>
                <a:lnTo>
                  <a:pt x="3712" y="2648"/>
                </a:lnTo>
                <a:lnTo>
                  <a:pt x="2649" y="3713"/>
                </a:lnTo>
                <a:lnTo>
                  <a:pt x="1740" y="4917"/>
                </a:lnTo>
                <a:lnTo>
                  <a:pt x="1002" y="6246"/>
                </a:lnTo>
                <a:lnTo>
                  <a:pt x="456" y="7680"/>
                </a:lnTo>
                <a:lnTo>
                  <a:pt x="115" y="9202"/>
                </a:lnTo>
                <a:lnTo>
                  <a:pt x="0" y="10800"/>
                </a:lnTo>
                <a:lnTo>
                  <a:pt x="115" y="12395"/>
                </a:lnTo>
                <a:lnTo>
                  <a:pt x="456" y="13917"/>
                </a:lnTo>
                <a:lnTo>
                  <a:pt x="1002" y="15352"/>
                </a:lnTo>
                <a:lnTo>
                  <a:pt x="1740" y="16679"/>
                </a:lnTo>
                <a:lnTo>
                  <a:pt x="2649" y="17883"/>
                </a:lnTo>
                <a:lnTo>
                  <a:pt x="3712" y="18950"/>
                </a:lnTo>
                <a:lnTo>
                  <a:pt x="4917" y="19857"/>
                </a:lnTo>
                <a:lnTo>
                  <a:pt x="6245" y="20596"/>
                </a:lnTo>
                <a:lnTo>
                  <a:pt x="7681" y="21142"/>
                </a:lnTo>
                <a:lnTo>
                  <a:pt x="9203" y="21481"/>
                </a:lnTo>
                <a:lnTo>
                  <a:pt x="10800" y="21600"/>
                </a:lnTo>
                <a:lnTo>
                  <a:pt x="12393" y="21481"/>
                </a:lnTo>
                <a:lnTo>
                  <a:pt x="13916" y="21142"/>
                </a:lnTo>
                <a:lnTo>
                  <a:pt x="15350" y="20596"/>
                </a:lnTo>
                <a:lnTo>
                  <a:pt x="16680" y="19857"/>
                </a:lnTo>
                <a:lnTo>
                  <a:pt x="17884" y="18950"/>
                </a:lnTo>
                <a:lnTo>
                  <a:pt x="18950" y="17883"/>
                </a:lnTo>
                <a:lnTo>
                  <a:pt x="19858" y="16679"/>
                </a:lnTo>
                <a:lnTo>
                  <a:pt x="20593" y="15352"/>
                </a:lnTo>
                <a:lnTo>
                  <a:pt x="21140" y="13917"/>
                </a:lnTo>
                <a:lnTo>
                  <a:pt x="21482" y="12395"/>
                </a:lnTo>
                <a:lnTo>
                  <a:pt x="21600" y="10800"/>
                </a:lnTo>
                <a:lnTo>
                  <a:pt x="21482" y="9202"/>
                </a:lnTo>
                <a:lnTo>
                  <a:pt x="21140" y="7680"/>
                </a:lnTo>
                <a:lnTo>
                  <a:pt x="20593" y="6246"/>
                </a:lnTo>
                <a:lnTo>
                  <a:pt x="19858" y="4917"/>
                </a:lnTo>
                <a:lnTo>
                  <a:pt x="18950" y="3713"/>
                </a:lnTo>
                <a:lnTo>
                  <a:pt x="17884" y="2648"/>
                </a:lnTo>
                <a:lnTo>
                  <a:pt x="16680" y="1739"/>
                </a:lnTo>
                <a:lnTo>
                  <a:pt x="15350" y="1003"/>
                </a:lnTo>
                <a:lnTo>
                  <a:pt x="13916" y="455"/>
                </a:lnTo>
                <a:lnTo>
                  <a:pt x="12393" y="117"/>
                </a:lnTo>
                <a:lnTo>
                  <a:pt x="10800" y="0"/>
                </a:lnTo>
                <a:close/>
              </a:path>
            </a:pathLst>
          </a:custGeom>
          <a:solidFill>
            <a:srgbClr val="2D83C3"/>
          </a:solidFill>
          <a:ln cmpd="sng" cap="flat">
            <a:noFill/>
            <a:prstDash val="solid"/>
            <a:miter/>
          </a:ln>
        </p:spPr>
      </p:sp>
      <p:pic>
        <p:nvPicPr>
          <p:cNvPr id="75" name="Image"/>
          <p:cNvPicPr>
            <a:picLocks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10687050" y="6134100"/>
            <a:ext cx="247648" cy="247650"/>
          </a:xfrm>
          <a:prstGeom prst="rect"/>
          <a:noFill/>
          <a:ln w="12700" cmpd="sng" cap="flat">
            <a:noFill/>
            <a:prstDash val="solid"/>
            <a:miter/>
          </a:ln>
        </p:spPr>
      </p:pic>
      <p:grpSp>
        <p:nvGrpSpPr>
          <p:cNvPr id="78" name="Combination"/>
          <p:cNvGrpSpPr>
            <a:grpSpLocks/>
          </p:cNvGrpSpPr>
          <p:nvPr/>
        </p:nvGrpSpPr>
        <p:grpSpPr>
          <a:xfrm>
            <a:off x="47625" y="3819523"/>
            <a:ext cx="4124324" cy="3009896"/>
            <a:chOff x="47625" y="3819523"/>
            <a:chExt cx="4124324" cy="3009896"/>
          </a:xfrm>
        </p:grpSpPr>
        <p:pic>
          <p:nvPicPr>
            <p:cNvPr id="76" name="Image"/>
            <p:cNvPicPr>
              <a:picLocks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0">
              <a:off x="466725" y="6410325"/>
              <a:ext cx="3705224" cy="295275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pic>
        <p:pic>
          <p:nvPicPr>
            <p:cNvPr id="77" name="Image"/>
            <p:cNvPicPr>
              <a:picLocks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0">
              <a:off x="47625" y="3819523"/>
              <a:ext cx="1733550" cy="3009896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pic>
      </p:grpSp>
      <p:sp>
        <p:nvSpPr>
          <p:cNvPr id="79" name="Text box"/>
          <p:cNvSpPr>
            <a:spLocks noGrp="1"/>
          </p:cNvSpPr>
          <p:nvPr>
            <p:ph type="title"/>
          </p:nvPr>
        </p:nvSpPr>
        <p:spPr>
          <a:xfrm rot="0">
            <a:off x="739774" y="484439"/>
            <a:ext cx="2357120" cy="68008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3334" rIns="0" bIns="0" anchor="ctr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1200" cap="none" spc="25" baseline="0">
                <a:solidFill>
                  <a:schemeClr val="tx1"/>
                </a:solidFill>
                <a:latin typeface="Calibri Light" pitchFamily="0" charset="0"/>
                <a:ea typeface="等线 Light" pitchFamily="0" charset="0"/>
                <a:cs typeface="Lucida Sans" pitchFamily="0" charset="0"/>
              </a:rPr>
              <a:t>A</a:t>
            </a:r>
            <a:r>
              <a:rPr lang="en-US" altLang="zh-CN" sz="4400" b="0" i="0" u="none" strike="noStrike" kern="1200" cap="none" spc="-5" baseline="0">
                <a:solidFill>
                  <a:schemeClr val="tx1"/>
                </a:solidFill>
                <a:latin typeface="Calibri Light" pitchFamily="0" charset="0"/>
                <a:ea typeface="等线 Light" pitchFamily="0" charset="0"/>
                <a:cs typeface="Lucida Sans" pitchFamily="0" charset="0"/>
              </a:rPr>
              <a:t>G</a:t>
            </a:r>
            <a:r>
              <a:rPr lang="en-US" altLang="zh-CN" sz="4400" b="0" i="0" u="none" strike="noStrike" kern="1200" cap="none" spc="-35" baseline="0">
                <a:solidFill>
                  <a:schemeClr val="tx1"/>
                </a:solidFill>
                <a:latin typeface="Calibri Light" pitchFamily="0" charset="0"/>
                <a:ea typeface="等线 Light" pitchFamily="0" charset="0"/>
                <a:cs typeface="Lucida Sans" pitchFamily="0" charset="0"/>
              </a:rPr>
              <a:t>E</a:t>
            </a:r>
            <a:r>
              <a:rPr lang="en-US" altLang="zh-CN" sz="4400" b="0" i="0" u="none" strike="noStrike" kern="1200" cap="none" spc="15" baseline="0">
                <a:solidFill>
                  <a:schemeClr val="tx1"/>
                </a:solidFill>
                <a:latin typeface="Calibri Light" pitchFamily="0" charset="0"/>
                <a:ea typeface="等线 Light" pitchFamily="0" charset="0"/>
                <a:cs typeface="Lucida Sans" pitchFamily="0" charset="0"/>
              </a:rPr>
              <a:t>N</a:t>
            </a:r>
            <a:r>
              <a:rPr lang="en-US" altLang="zh-CN" sz="4400" b="0" i="0" u="none" strike="noStrike" kern="1200" cap="none" spc="0" baseline="0">
                <a:solidFill>
                  <a:schemeClr val="tx1"/>
                </a:solidFill>
                <a:latin typeface="Calibri Light" pitchFamily="0" charset="0"/>
                <a:ea typeface="等线 Light" pitchFamily="0" charset="0"/>
                <a:cs typeface="Lucida Sans" pitchFamily="0" charset="0"/>
              </a:rPr>
              <a:t>DA</a:t>
            </a: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 Light" pitchFamily="0" charset="0"/>
              <a:ea typeface="等线 Light" pitchFamily="0" charset="0"/>
              <a:cs typeface="Lucida Sans" pitchFamily="0" charset="0"/>
            </a:endParaRPr>
          </a:p>
        </p:txBody>
      </p:sp>
      <p:sp>
        <p:nvSpPr>
          <p:cNvPr id="80" name="Rectangle"/>
          <p:cNvSpPr>
            <a:spLocks noGrp="1"/>
          </p:cNvSpPr>
          <p:nvPr>
            <p:ph type="sldNum"/>
          </p:nvPr>
        </p:nvSpPr>
        <p:spPr>
          <a:xfrm rot="0">
            <a:off x="8610600" y="6444932"/>
            <a:ext cx="2743200" cy="187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6985" rIns="0" bIns="0" anchor="ctr" anchorCtr="0">
            <a:prstTxWarp prst="textNoShape"/>
            <a:spAutoFit/>
          </a:bodyPr>
          <a:lstStyle/>
          <a:p>
            <a:pPr marL="38100" indent="0" algn="r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10" baseline="0">
                <a:solidFill>
                  <a:srgbClr val="898989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3</a:t>
            </a:fld>
            <a:endParaRPr lang="zh-CN" altLang="en-US" sz="1200" b="0" i="0" u="none" strike="noStrike" kern="1200" cap="none" spc="10" baseline="0">
              <a:solidFill>
                <a:srgbClr val="898989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1" name="Rectangle"/>
          <p:cNvSpPr>
            <a:spLocks/>
          </p:cNvSpPr>
          <p:nvPr/>
        </p:nvSpPr>
        <p:spPr>
          <a:xfrm rot="0">
            <a:off x="2509806" y="1041533"/>
            <a:ext cx="5029200" cy="94869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800" b="0" i="0" u="none" strike="noStrike" kern="1200" cap="none" spc="0" baseline="0">
              <a:solidFill>
                <a:srgbClr val="0D0D0D"/>
              </a:solidFill>
              <a:latin typeface="Times New Roman" pitchFamily="18" charset="0"/>
              <a:ea typeface="等线" pitchFamily="0" charset="0"/>
              <a:cs typeface="Times New Roman" pitchFamily="18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等线" pitchFamily="0" charset="0"/>
              <a:cs typeface="Times New Roman" pitchFamily="18" charset="0"/>
            </a:endParaRPr>
          </a:p>
        </p:txBody>
      </p:sp>
      <p:sp>
        <p:nvSpPr>
          <p:cNvPr id="82" name="Rectangle"/>
          <p:cNvSpPr>
            <a:spLocks/>
          </p:cNvSpPr>
          <p:nvPr/>
        </p:nvSpPr>
        <p:spPr>
          <a:xfrm rot="0">
            <a:off x="1639251" y="1503360"/>
            <a:ext cx="4256913" cy="302513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none" lIns="91440" tIns="45720" rIns="91440" bIns="45720" anchor="ctr" anchorCtr="0">
            <a:prstTxWarp prst="textNoShape"/>
            <a:spAutoFit/>
          </a:bodyPr>
          <a:lstStyle/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Calibri" pitchFamily="0" charset="0"/>
              </a:rPr>
              <a:t>API Integration 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等线" pitchFamily="0" charset="0"/>
              <a:cs typeface="Calibri" pitchFamily="0" charset="0"/>
            </a:endParaRP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 startAt="2"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Calibri" pitchFamily="0" charset="0"/>
              </a:rPr>
              <a:t>Agent Role Definition 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等线" pitchFamily="0" charset="0"/>
              <a:cs typeface="Calibri" pitchFamily="0" charset="0"/>
            </a:endParaRP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 startAt="3"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Calibri" pitchFamily="0" charset="0"/>
              </a:rPr>
              <a:t>Tool Creation 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等线" pitchFamily="0" charset="0"/>
              <a:cs typeface="Calibri" pitchFamily="0" charset="0"/>
            </a:endParaRP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 startAt="4"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Calibri" pitchFamily="0" charset="0"/>
              </a:rPr>
              <a:t>Memory Management 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等线" pitchFamily="0" charset="0"/>
              <a:cs typeface="Calibri" pitchFamily="0" charset="0"/>
            </a:endParaRP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 startAt="5"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Calibri" pitchFamily="0" charset="0"/>
              </a:rPr>
              <a:t>Prompt Engineering 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等线" pitchFamily="0" charset="0"/>
              <a:cs typeface="Calibri" pitchFamily="0" charset="0"/>
            </a:endParaRP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 startAt="6"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Calibri" pitchFamily="0" charset="0"/>
              </a:rPr>
              <a:t>Reasoning and Planning 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等线" pitchFamily="0" charset="0"/>
              <a:cs typeface="Calibri" pitchFamily="0" charset="0"/>
            </a:endParaRP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 startAt="7"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Calibri" pitchFamily="0" charset="0"/>
              </a:rPr>
              <a:t>Multi-Agent Collaboration 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等线" pitchFamily="0" charset="0"/>
              <a:cs typeface="Calibri" pitchFamily="0" charset="0"/>
            </a:endParaRP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 startAt="8"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Calibri" pitchFamily="0" charset="0"/>
              </a:rPr>
              <a:t>Interface and Deployment 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等线" pitchFamily="0" charset="0"/>
              <a:cs typeface="Calibri" pitchFamily="0" charset="0"/>
            </a:endParaRP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 startAt="9"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Calibri" pitchFamily="0" charset="0"/>
              </a:rPr>
              <a:t>Monitoring and Feedback Loop 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等线" pitchFamily="0" charset="0"/>
              <a:cs typeface="Calibri" pitchFamily="0" charset="0"/>
            </a:endParaRP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Calibri" pitchFamily="0" charset="0"/>
              </a:rPr>
              <a:t>Framework Selection 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等线" pitchFamily="0" charset="0"/>
              <a:cs typeface="Calibri" pitchFamily="0" charset="0"/>
            </a:endParaRP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Calibri" pitchFamily="0" charset="0"/>
              </a:rPr>
              <a:t>Want to go deeper into any one of these?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9887526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Combination"/>
          <p:cNvGrpSpPr>
            <a:grpSpLocks/>
          </p:cNvGrpSpPr>
          <p:nvPr/>
        </p:nvGrpSpPr>
        <p:grpSpPr>
          <a:xfrm>
            <a:off x="7991475" y="2933700"/>
            <a:ext cx="2762249" cy="3257550"/>
            <a:chOff x="7991475" y="2933700"/>
            <a:chExt cx="2762249" cy="3257550"/>
          </a:xfrm>
        </p:grpSpPr>
        <p:sp>
          <p:nvSpPr>
            <p:cNvPr id="87" name="曲线"/>
            <p:cNvSpPr>
              <a:spLocks/>
            </p:cNvSpPr>
            <p:nvPr/>
          </p:nvSpPr>
          <p:spPr>
            <a:xfrm rot="0">
              <a:off x="9353550" y="5362575"/>
              <a:ext cx="457199" cy="4572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42AF51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88" name="曲线"/>
            <p:cNvSpPr>
              <a:spLocks/>
            </p:cNvSpPr>
            <p:nvPr/>
          </p:nvSpPr>
          <p:spPr>
            <a:xfrm rot="0">
              <a:off x="9353550" y="5895975"/>
              <a:ext cx="180975" cy="18097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D936B"/>
            </a:solidFill>
            <a:ln cmpd="sng" cap="flat">
              <a:noFill/>
              <a:prstDash val="solid"/>
              <a:miter/>
            </a:ln>
          </p:spPr>
        </p:sp>
        <p:pic>
          <p:nvPicPr>
            <p:cNvPr id="89" name="Image"/>
            <p:cNvPicPr>
              <a:picLocks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 rot="0">
              <a:off x="7991475" y="2933700"/>
              <a:ext cx="2762249" cy="3257550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pic>
      </p:grpSp>
      <p:sp>
        <p:nvSpPr>
          <p:cNvPr id="91" name="曲线"/>
          <p:cNvSpPr>
            <a:spLocks/>
          </p:cNvSpPr>
          <p:nvPr/>
        </p:nvSpPr>
        <p:spPr>
          <a:xfrm rot="0">
            <a:off x="6696075" y="1695450"/>
            <a:ext cx="314324" cy="32385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2D83C3"/>
          </a:solidFill>
          <a:ln cmpd="sng" cap="flat">
            <a:noFill/>
            <a:prstDash val="solid"/>
            <a:miter/>
          </a:ln>
        </p:spPr>
      </p:sp>
      <p:sp>
        <p:nvSpPr>
          <p:cNvPr id="92" name="Text box"/>
          <p:cNvSpPr>
            <a:spLocks noGrp="1"/>
          </p:cNvSpPr>
          <p:nvPr>
            <p:ph type="title"/>
          </p:nvPr>
        </p:nvSpPr>
        <p:spPr>
          <a:xfrm rot="0">
            <a:off x="834071" y="578298"/>
            <a:ext cx="5636895" cy="66420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6510" rIns="0" bIns="0" anchor="ctr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None/>
              <a:tabLst>
                <a:tab pos="2727960" algn="l"/>
              </a:tabLst>
            </a:pPr>
            <a:r>
              <a:rPr lang="en-US" altLang="zh-CN" sz="4250" b="0" i="0" u="none" strike="noStrike" kern="1200" cap="none" spc="-20" baseline="0">
                <a:solidFill>
                  <a:schemeClr val="tx1"/>
                </a:solidFill>
                <a:latin typeface="Calibri Light" pitchFamily="0" charset="0"/>
                <a:ea typeface="等线 Light" pitchFamily="0" charset="0"/>
                <a:cs typeface="Lucida Sans" pitchFamily="0" charset="0"/>
              </a:rPr>
              <a:t>P</a:t>
            </a:r>
            <a:r>
              <a:rPr lang="en-US" altLang="zh-CN" sz="4250" b="0" i="0" u="none" strike="noStrike" kern="1200" cap="none" spc="15" baseline="0">
                <a:solidFill>
                  <a:schemeClr val="tx1"/>
                </a:solidFill>
                <a:latin typeface="Calibri Light" pitchFamily="0" charset="0"/>
                <a:ea typeface="等线 Light" pitchFamily="0" charset="0"/>
                <a:cs typeface="Lucida Sans" pitchFamily="0" charset="0"/>
              </a:rPr>
              <a:t>ROB</a:t>
            </a:r>
            <a:r>
              <a:rPr lang="en-US" altLang="zh-CN" sz="4250" b="0" i="0" u="none" strike="noStrike" kern="1200" cap="none" spc="55" baseline="0">
                <a:solidFill>
                  <a:schemeClr val="tx1"/>
                </a:solidFill>
                <a:latin typeface="Calibri Light" pitchFamily="0" charset="0"/>
                <a:ea typeface="等线 Light" pitchFamily="0" charset="0"/>
                <a:cs typeface="Lucida Sans" pitchFamily="0" charset="0"/>
              </a:rPr>
              <a:t>L</a:t>
            </a:r>
            <a:r>
              <a:rPr lang="en-US" altLang="zh-CN" sz="4250" b="0" i="0" u="none" strike="noStrike" kern="1200" cap="none" spc="-20" baseline="0">
                <a:solidFill>
                  <a:schemeClr val="tx1"/>
                </a:solidFill>
                <a:latin typeface="Calibri Light" pitchFamily="0" charset="0"/>
                <a:ea typeface="等线 Light" pitchFamily="0" charset="0"/>
                <a:cs typeface="Lucida Sans" pitchFamily="0" charset="0"/>
              </a:rPr>
              <a:t>EM STATEMENT</a:t>
            </a:r>
            <a:endParaRPr lang="zh-CN" altLang="en-US" sz="4250" b="0" i="0" u="none" strike="noStrike" kern="1200" cap="none" spc="0" baseline="0">
              <a:solidFill>
                <a:schemeClr val="tx1"/>
              </a:solidFill>
              <a:latin typeface="Calibri Light" pitchFamily="0" charset="0"/>
              <a:ea typeface="等线 Light" pitchFamily="0" charset="0"/>
              <a:cs typeface="Lucida Sans" pitchFamily="0" charset="0"/>
            </a:endParaRPr>
          </a:p>
        </p:txBody>
      </p:sp>
      <p:sp>
        <p:nvSpPr>
          <p:cNvPr id="93" name="Rectangle"/>
          <p:cNvSpPr>
            <a:spLocks noGrp="1"/>
          </p:cNvSpPr>
          <p:nvPr>
            <p:ph type="sldNum"/>
          </p:nvPr>
        </p:nvSpPr>
        <p:spPr>
          <a:xfrm rot="0">
            <a:off x="8610600" y="6444932"/>
            <a:ext cx="2743200" cy="187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6985" rIns="0" bIns="0" anchor="ctr" anchorCtr="0">
            <a:prstTxWarp prst="textNoShape"/>
            <a:spAutoFit/>
          </a:bodyPr>
          <a:lstStyle/>
          <a:p>
            <a:pPr marL="38100" indent="0" algn="r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10" baseline="0">
                <a:solidFill>
                  <a:srgbClr val="898989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4</a:t>
            </a:fld>
            <a:endParaRPr lang="zh-CN" altLang="en-US" sz="1200" b="0" i="0" u="none" strike="noStrike" kern="1200" cap="none" spc="10" baseline="0">
              <a:solidFill>
                <a:srgbClr val="898989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pic>
        <p:nvPicPr>
          <p:cNvPr id="94" name="Image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676275" y="6467475"/>
            <a:ext cx="2143125" cy="200023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95" name="Rectangle"/>
          <p:cNvSpPr>
            <a:spLocks/>
          </p:cNvSpPr>
          <p:nvPr/>
        </p:nvSpPr>
        <p:spPr>
          <a:xfrm rot="0">
            <a:off x="1266822" y="1952631"/>
            <a:ext cx="6096000" cy="24917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Problem statement for backing up data (like database/website backups)?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Problem statement for backing in finance (like loan backing, security backing)?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Problem statement for backing in algorithms (like backtracking in programming)?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3812327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Combination"/>
          <p:cNvGrpSpPr>
            <a:grpSpLocks/>
          </p:cNvGrpSpPr>
          <p:nvPr/>
        </p:nvGrpSpPr>
        <p:grpSpPr>
          <a:xfrm>
            <a:off x="8658225" y="2647950"/>
            <a:ext cx="3533775" cy="3810000"/>
            <a:chOff x="8658225" y="2647950"/>
            <a:chExt cx="3533775" cy="3810000"/>
          </a:xfrm>
        </p:grpSpPr>
        <p:sp>
          <p:nvSpPr>
            <p:cNvPr id="100" name="曲线"/>
            <p:cNvSpPr>
              <a:spLocks/>
            </p:cNvSpPr>
            <p:nvPr/>
          </p:nvSpPr>
          <p:spPr>
            <a:xfrm rot="0">
              <a:off x="9353550" y="5362575"/>
              <a:ext cx="457199" cy="4572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42AF51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101" name="曲线"/>
            <p:cNvSpPr>
              <a:spLocks/>
            </p:cNvSpPr>
            <p:nvPr/>
          </p:nvSpPr>
          <p:spPr>
            <a:xfrm rot="0">
              <a:off x="9353550" y="5895975"/>
              <a:ext cx="180975" cy="18097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D936B"/>
            </a:solidFill>
            <a:ln cmpd="sng" cap="flat">
              <a:noFill/>
              <a:prstDash val="solid"/>
              <a:miter/>
            </a:ln>
          </p:spPr>
        </p:sp>
        <p:pic>
          <p:nvPicPr>
            <p:cNvPr id="102" name="Image"/>
            <p:cNvPicPr>
              <a:picLocks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 rot="0">
              <a:off x="8658225" y="2647950"/>
              <a:ext cx="3533775" cy="3810000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pic>
      </p:grpSp>
      <p:sp>
        <p:nvSpPr>
          <p:cNvPr id="104" name="曲线"/>
          <p:cNvSpPr>
            <a:spLocks/>
          </p:cNvSpPr>
          <p:nvPr/>
        </p:nvSpPr>
        <p:spPr>
          <a:xfrm rot="0">
            <a:off x="6696075" y="1695450"/>
            <a:ext cx="314324" cy="32385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2D83C3"/>
          </a:solidFill>
          <a:ln cmpd="sng" cap="flat">
            <a:noFill/>
            <a:prstDash val="solid"/>
            <a:miter/>
          </a:ln>
        </p:spPr>
      </p:sp>
      <p:sp>
        <p:nvSpPr>
          <p:cNvPr id="105" name="Text box"/>
          <p:cNvSpPr>
            <a:spLocks noGrp="1"/>
          </p:cNvSpPr>
          <p:nvPr>
            <p:ph type="title"/>
          </p:nvPr>
        </p:nvSpPr>
        <p:spPr>
          <a:xfrm rot="0">
            <a:off x="739774" y="829626"/>
            <a:ext cx="5263514" cy="66420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6510" rIns="0" bIns="0" anchor="ctr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None/>
              <a:tabLst>
                <a:tab pos="2642870" algn="l"/>
              </a:tabLst>
            </a:pPr>
            <a:r>
              <a:rPr lang="en-US" altLang="zh-CN" sz="4250" b="0" i="0" u="none" strike="noStrike" kern="1200" cap="none" spc="5" baseline="0">
                <a:solidFill>
                  <a:schemeClr val="tx1"/>
                </a:solidFill>
                <a:latin typeface="Calibri Light" pitchFamily="0" charset="0"/>
                <a:ea typeface="等线 Light" pitchFamily="0" charset="0"/>
                <a:cs typeface="Lucida Sans" pitchFamily="0" charset="0"/>
              </a:rPr>
              <a:t>PROJECT	</a:t>
            </a:r>
            <a:r>
              <a:rPr lang="en-US" altLang="zh-CN" sz="4250" b="0" i="0" u="none" strike="noStrike" kern="1200" cap="none" spc="-20" baseline="0">
                <a:solidFill>
                  <a:schemeClr val="tx1"/>
                </a:solidFill>
                <a:latin typeface="Calibri Light" pitchFamily="0" charset="0"/>
                <a:ea typeface="等线 Light" pitchFamily="0" charset="0"/>
                <a:cs typeface="Lucida Sans" pitchFamily="0" charset="0"/>
              </a:rPr>
              <a:t>OVERVIEW</a:t>
            </a:r>
            <a:endParaRPr lang="zh-CN" altLang="en-US" sz="4250" b="0" i="0" u="none" strike="noStrike" kern="1200" cap="none" spc="0" baseline="0">
              <a:solidFill>
                <a:schemeClr val="tx1"/>
              </a:solidFill>
              <a:latin typeface="Calibri Light" pitchFamily="0" charset="0"/>
              <a:ea typeface="等线 Light" pitchFamily="0" charset="0"/>
              <a:cs typeface="Lucida Sans" pitchFamily="0" charset="0"/>
            </a:endParaRPr>
          </a:p>
        </p:txBody>
      </p:sp>
      <p:sp>
        <p:nvSpPr>
          <p:cNvPr id="106" name="Rectangle"/>
          <p:cNvSpPr>
            <a:spLocks noGrp="1"/>
          </p:cNvSpPr>
          <p:nvPr>
            <p:ph type="sldNum"/>
          </p:nvPr>
        </p:nvSpPr>
        <p:spPr>
          <a:xfrm rot="0">
            <a:off x="8610600" y="6444932"/>
            <a:ext cx="2743200" cy="187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6985" rIns="0" bIns="0" anchor="ctr" anchorCtr="0">
            <a:prstTxWarp prst="textNoShape"/>
            <a:spAutoFit/>
          </a:bodyPr>
          <a:lstStyle/>
          <a:p>
            <a:pPr marL="38100" indent="0" algn="r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10" baseline="0">
                <a:solidFill>
                  <a:srgbClr val="898989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5</a:t>
            </a:fld>
            <a:endParaRPr lang="zh-CN" altLang="en-US" sz="1200" b="0" i="0" u="none" strike="noStrike" kern="1200" cap="none" spc="10" baseline="0">
              <a:solidFill>
                <a:srgbClr val="898989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pic>
        <p:nvPicPr>
          <p:cNvPr id="107" name="Image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676275" y="6467475"/>
            <a:ext cx="2143125" cy="200023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08" name="Rectangle"/>
          <p:cNvSpPr>
            <a:spLocks/>
          </p:cNvSpPr>
          <p:nvPr/>
        </p:nvSpPr>
        <p:spPr>
          <a:xfrm rot="0">
            <a:off x="742952" y="2285996"/>
            <a:ext cx="6580586" cy="35814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09" name="Rectangle"/>
          <p:cNvSpPr>
            <a:spLocks/>
          </p:cNvSpPr>
          <p:nvPr/>
        </p:nvSpPr>
        <p:spPr>
          <a:xfrm rot="0">
            <a:off x="2496055" y="2285996"/>
            <a:ext cx="4513163" cy="32918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This project focuses on the process of baking cakes as both a culinary skill and creative art.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It involves preparing different cake recipes, experimenting with flavors, textures, and decorations.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The goal is to produce soft, delicious, and visually appealing cakes suitable for various occasions.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The project also highlights the importance of measurement accuracy, baking techniques, and presentation.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5681307"/>
      </p:ext>
    </p:extLst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曲线"/>
          <p:cNvSpPr>
            <a:spLocks/>
          </p:cNvSpPr>
          <p:nvPr/>
        </p:nvSpPr>
        <p:spPr>
          <a:xfrm rot="0">
            <a:off x="9353550" y="5362575"/>
            <a:ext cx="457199" cy="4572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42AF51"/>
          </a:solidFill>
          <a:ln cmpd="sng" cap="flat">
            <a:noFill/>
            <a:prstDash val="solid"/>
            <a:miter/>
          </a:ln>
        </p:spPr>
      </p:sp>
      <p:sp>
        <p:nvSpPr>
          <p:cNvPr id="115" name="曲线"/>
          <p:cNvSpPr>
            <a:spLocks/>
          </p:cNvSpPr>
          <p:nvPr/>
        </p:nvSpPr>
        <p:spPr>
          <a:xfrm rot="0">
            <a:off x="6696075" y="1695450"/>
            <a:ext cx="314324" cy="32385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2D83C3"/>
          </a:solidFill>
          <a:ln cmpd="sng" cap="flat">
            <a:noFill/>
            <a:prstDash val="solid"/>
            <a:miter/>
          </a:ln>
        </p:spPr>
      </p:sp>
      <p:sp>
        <p:nvSpPr>
          <p:cNvPr id="116" name="曲线"/>
          <p:cNvSpPr>
            <a:spLocks/>
          </p:cNvSpPr>
          <p:nvPr/>
        </p:nvSpPr>
        <p:spPr>
          <a:xfrm rot="0">
            <a:off x="9353550" y="5895975"/>
            <a:ext cx="180975" cy="180975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2D936B"/>
          </a:solidFill>
          <a:ln cmpd="sng" cap="flat">
            <a:noFill/>
            <a:prstDash val="solid"/>
            <a:miter/>
          </a:ln>
        </p:spPr>
      </p:sp>
      <p:sp>
        <p:nvSpPr>
          <p:cNvPr id="117" name="Text box"/>
          <p:cNvSpPr>
            <a:spLocks noGrp="1"/>
          </p:cNvSpPr>
          <p:nvPr>
            <p:ph type="title"/>
          </p:nvPr>
        </p:nvSpPr>
        <p:spPr>
          <a:xfrm rot="0">
            <a:off x="699452" y="891793"/>
            <a:ext cx="5014595" cy="50228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6510" rIns="0" bIns="0" anchor="ctr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rPr lang="en-US" altLang="zh-CN" sz="3200" b="0" i="0" u="none" strike="noStrike" kern="1200" cap="none" spc="25" baseline="0">
                <a:solidFill>
                  <a:schemeClr val="tx1"/>
                </a:solidFill>
                <a:latin typeface="Calibri Light" pitchFamily="0" charset="0"/>
                <a:ea typeface="等线 Light" pitchFamily="0" charset="0"/>
                <a:cs typeface="Lucida Sans" pitchFamily="0" charset="0"/>
              </a:rPr>
              <a:t>W</a:t>
            </a:r>
            <a:r>
              <a:rPr lang="en-US" altLang="zh-CN" sz="3200" b="0" i="0" u="none" strike="noStrike" kern="1200" cap="none" spc="-20" baseline="0">
                <a:solidFill>
                  <a:schemeClr val="tx1"/>
                </a:solidFill>
                <a:latin typeface="Calibri Light" pitchFamily="0" charset="0"/>
                <a:ea typeface="等线 Light" pitchFamily="0" charset="0"/>
                <a:cs typeface="Lucida Sans" pitchFamily="0" charset="0"/>
              </a:rPr>
              <a:t>H</a:t>
            </a:r>
            <a:r>
              <a:rPr lang="en-US" altLang="zh-CN" sz="3200" b="0" i="0" u="none" strike="noStrike" kern="1200" cap="none" spc="20" baseline="0">
                <a:solidFill>
                  <a:schemeClr val="tx1"/>
                </a:solidFill>
                <a:latin typeface="Calibri Light" pitchFamily="0" charset="0"/>
                <a:ea typeface="等线 Light" pitchFamily="0" charset="0"/>
                <a:cs typeface="Lucida Sans" pitchFamily="0" charset="0"/>
              </a:rPr>
              <a:t>O</a:t>
            </a:r>
            <a:r>
              <a:rPr lang="en-US" altLang="zh-CN" sz="3200" b="0" i="0" u="none" strike="noStrike" kern="1200" cap="none" spc="-235" baseline="0">
                <a:solidFill>
                  <a:schemeClr val="tx1"/>
                </a:solidFill>
                <a:latin typeface="Calibri Light" pitchFamily="0" charset="0"/>
                <a:ea typeface="等线 Light" pitchFamily="0" charset="0"/>
                <a:cs typeface="Lucida Sans" pitchFamily="0" charset="0"/>
              </a:rPr>
              <a:t> </a:t>
            </a:r>
            <a:r>
              <a:rPr lang="en-US" altLang="zh-CN" sz="3200" b="0" i="0" u="none" strike="noStrike" kern="1200" cap="none" spc="-10" baseline="0">
                <a:solidFill>
                  <a:schemeClr val="tx1"/>
                </a:solidFill>
                <a:latin typeface="Calibri Light" pitchFamily="0" charset="0"/>
                <a:ea typeface="等线 Light" pitchFamily="0" charset="0"/>
                <a:cs typeface="Lucida Sans" pitchFamily="0" charset="0"/>
              </a:rPr>
              <a:t>AR</a:t>
            </a:r>
            <a:r>
              <a:rPr lang="en-US" altLang="zh-CN" sz="3200" b="0" i="0" u="none" strike="noStrike" kern="1200" cap="none" spc="15" baseline="0">
                <a:solidFill>
                  <a:schemeClr val="tx1"/>
                </a:solidFill>
                <a:latin typeface="Calibri Light" pitchFamily="0" charset="0"/>
                <a:ea typeface="等线 Light" pitchFamily="0" charset="0"/>
                <a:cs typeface="Lucida Sans" pitchFamily="0" charset="0"/>
              </a:rPr>
              <a:t>E</a:t>
            </a:r>
            <a:r>
              <a:rPr lang="en-US" altLang="zh-CN" sz="3200" b="0" i="0" u="none" strike="noStrike" kern="1200" cap="none" spc="-35" baseline="0">
                <a:solidFill>
                  <a:schemeClr val="tx1"/>
                </a:solidFill>
                <a:latin typeface="Calibri Light" pitchFamily="0" charset="0"/>
                <a:ea typeface="等线 Light" pitchFamily="0" charset="0"/>
                <a:cs typeface="Lucida Sans" pitchFamily="0" charset="0"/>
              </a:rPr>
              <a:t> </a:t>
            </a:r>
            <a:r>
              <a:rPr lang="en-US" altLang="zh-CN" sz="3200" b="0" i="0" u="none" strike="noStrike" kern="1200" cap="none" spc="-10" baseline="0">
                <a:solidFill>
                  <a:schemeClr val="tx1"/>
                </a:solidFill>
                <a:latin typeface="Calibri Light" pitchFamily="0" charset="0"/>
                <a:ea typeface="等线 Light" pitchFamily="0" charset="0"/>
                <a:cs typeface="Lucida Sans" pitchFamily="0" charset="0"/>
              </a:rPr>
              <a:t>T</a:t>
            </a:r>
            <a:r>
              <a:rPr lang="en-US" altLang="zh-CN" sz="3200" b="0" i="0" u="none" strike="noStrike" kern="1200" cap="none" spc="-15" baseline="0">
                <a:solidFill>
                  <a:schemeClr val="tx1"/>
                </a:solidFill>
                <a:latin typeface="Calibri Light" pitchFamily="0" charset="0"/>
                <a:ea typeface="等线 Light" pitchFamily="0" charset="0"/>
                <a:cs typeface="Lucida Sans" pitchFamily="0" charset="0"/>
              </a:rPr>
              <a:t>H</a:t>
            </a:r>
            <a:r>
              <a:rPr lang="en-US" altLang="zh-CN" sz="3200" b="0" i="0" u="none" strike="noStrike" kern="1200" cap="none" spc="15" baseline="0">
                <a:solidFill>
                  <a:schemeClr val="tx1"/>
                </a:solidFill>
                <a:latin typeface="Calibri Light" pitchFamily="0" charset="0"/>
                <a:ea typeface="等线 Light" pitchFamily="0" charset="0"/>
                <a:cs typeface="Lucida Sans" pitchFamily="0" charset="0"/>
              </a:rPr>
              <a:t>E</a:t>
            </a:r>
            <a:r>
              <a:rPr lang="en-US" altLang="zh-CN" sz="3200" b="0" i="0" u="none" strike="noStrike" kern="1200" cap="none" spc="-35" baseline="0">
                <a:solidFill>
                  <a:schemeClr val="tx1"/>
                </a:solidFill>
                <a:latin typeface="Calibri Light" pitchFamily="0" charset="0"/>
                <a:ea typeface="等线 Light" pitchFamily="0" charset="0"/>
                <a:cs typeface="Lucida Sans" pitchFamily="0" charset="0"/>
              </a:rPr>
              <a:t> </a:t>
            </a:r>
            <a:r>
              <a:rPr lang="en-US" altLang="zh-CN" sz="3200" b="0" i="0" u="none" strike="noStrike" kern="1200" cap="none" spc="-20" baseline="0">
                <a:solidFill>
                  <a:schemeClr val="tx1"/>
                </a:solidFill>
                <a:latin typeface="Calibri Light" pitchFamily="0" charset="0"/>
                <a:ea typeface="等线 Light" pitchFamily="0" charset="0"/>
                <a:cs typeface="Lucida Sans" pitchFamily="0" charset="0"/>
              </a:rPr>
              <a:t>E</a:t>
            </a:r>
            <a:r>
              <a:rPr lang="en-US" altLang="zh-CN" sz="3200" b="0" i="0" u="none" strike="noStrike" kern="1200" cap="none" spc="30" baseline="0">
                <a:solidFill>
                  <a:schemeClr val="tx1"/>
                </a:solidFill>
                <a:latin typeface="Calibri Light" pitchFamily="0" charset="0"/>
                <a:ea typeface="等线 Light" pitchFamily="0" charset="0"/>
                <a:cs typeface="Lucida Sans" pitchFamily="0" charset="0"/>
              </a:rPr>
              <a:t>N</a:t>
            </a:r>
            <a:r>
              <a:rPr lang="en-US" altLang="zh-CN" sz="3200" b="0" i="0" u="none" strike="noStrike" kern="1200" cap="none" spc="15" baseline="0">
                <a:solidFill>
                  <a:schemeClr val="tx1"/>
                </a:solidFill>
                <a:latin typeface="Calibri Light" pitchFamily="0" charset="0"/>
                <a:ea typeface="等线 Light" pitchFamily="0" charset="0"/>
                <a:cs typeface="Lucida Sans" pitchFamily="0" charset="0"/>
              </a:rPr>
              <a:t>D</a:t>
            </a:r>
            <a:r>
              <a:rPr lang="en-US" altLang="zh-CN" sz="3200" b="0" i="0" u="none" strike="noStrike" kern="1200" cap="none" spc="-45" baseline="0">
                <a:solidFill>
                  <a:schemeClr val="tx1"/>
                </a:solidFill>
                <a:latin typeface="Calibri Light" pitchFamily="0" charset="0"/>
                <a:ea typeface="等线 Light" pitchFamily="0" charset="0"/>
                <a:cs typeface="Lucida Sans" pitchFamily="0" charset="0"/>
              </a:rPr>
              <a:t> </a:t>
            </a: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Calibri Light" pitchFamily="0" charset="0"/>
                <a:ea typeface="等线 Light" pitchFamily="0" charset="0"/>
                <a:cs typeface="Lucida Sans" pitchFamily="0" charset="0"/>
              </a:rPr>
              <a:t>U</a:t>
            </a:r>
            <a:r>
              <a:rPr lang="en-US" altLang="zh-CN" sz="3200" b="0" i="0" u="none" strike="noStrike" kern="1200" cap="none" spc="10" baseline="0">
                <a:solidFill>
                  <a:schemeClr val="tx1"/>
                </a:solidFill>
                <a:latin typeface="Calibri Light" pitchFamily="0" charset="0"/>
                <a:ea typeface="等线 Light" pitchFamily="0" charset="0"/>
                <a:cs typeface="Lucida Sans" pitchFamily="0" charset="0"/>
              </a:rPr>
              <a:t>S</a:t>
            </a:r>
            <a:r>
              <a:rPr lang="en-US" altLang="zh-CN" sz="3200" b="0" i="0" u="none" strike="noStrike" kern="1200" cap="none" spc="-25" baseline="0">
                <a:solidFill>
                  <a:schemeClr val="tx1"/>
                </a:solidFill>
                <a:latin typeface="Calibri Light" pitchFamily="0" charset="0"/>
                <a:ea typeface="等线 Light" pitchFamily="0" charset="0"/>
                <a:cs typeface="Lucida Sans" pitchFamily="0" charset="0"/>
              </a:rPr>
              <a:t>E</a:t>
            </a:r>
            <a:r>
              <a:rPr lang="en-US" altLang="zh-CN" sz="3200" b="0" i="0" u="none" strike="noStrike" kern="1200" cap="none" spc="-10" baseline="0">
                <a:solidFill>
                  <a:schemeClr val="tx1"/>
                </a:solidFill>
                <a:latin typeface="Calibri Light" pitchFamily="0" charset="0"/>
                <a:ea typeface="等线 Light" pitchFamily="0" charset="0"/>
                <a:cs typeface="Lucida Sans" pitchFamily="0" charset="0"/>
              </a:rPr>
              <a:t>R</a:t>
            </a:r>
            <a:r>
              <a:rPr lang="en-US" altLang="zh-CN" sz="3200" b="0" i="0" u="none" strike="noStrike" kern="1200" cap="none" spc="5" baseline="0">
                <a:solidFill>
                  <a:schemeClr val="tx1"/>
                </a:solidFill>
                <a:latin typeface="Calibri Light" pitchFamily="0" charset="0"/>
                <a:ea typeface="等线 Light" pitchFamily="0" charset="0"/>
                <a:cs typeface="Lucida Sans" pitchFamily="0" charset="0"/>
              </a:rPr>
              <a:t>S?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 Light" pitchFamily="0" charset="0"/>
              <a:ea typeface="等线 Light" pitchFamily="0" charset="0"/>
              <a:cs typeface="Lucida Sans" pitchFamily="0" charset="0"/>
            </a:endParaRPr>
          </a:p>
        </p:txBody>
      </p:sp>
      <p:sp>
        <p:nvSpPr>
          <p:cNvPr id="118" name="Rectangle"/>
          <p:cNvSpPr>
            <a:spLocks noGrp="1"/>
          </p:cNvSpPr>
          <p:nvPr>
            <p:ph type="sldNum"/>
          </p:nvPr>
        </p:nvSpPr>
        <p:spPr>
          <a:xfrm rot="0">
            <a:off x="8610600" y="6444932"/>
            <a:ext cx="2743200" cy="187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6985" rIns="0" bIns="0" anchor="ctr" anchorCtr="0">
            <a:prstTxWarp prst="textNoShape"/>
            <a:spAutoFit/>
          </a:bodyPr>
          <a:lstStyle/>
          <a:p>
            <a:pPr marL="38100" indent="0" algn="r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10" baseline="0">
                <a:solidFill>
                  <a:srgbClr val="898989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6</a:t>
            </a:fld>
            <a:endParaRPr lang="zh-CN" altLang="en-US" sz="1200" b="0" i="0" u="none" strike="noStrike" kern="1200" cap="none" spc="10" baseline="0">
              <a:solidFill>
                <a:srgbClr val="898989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pic>
        <p:nvPicPr>
          <p:cNvPr id="119" name="Image"/>
          <p:cNvPicPr>
            <a:picLocks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723900" y="6172200"/>
            <a:ext cx="2181225" cy="485775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20" name="Rectangle"/>
          <p:cNvSpPr>
            <a:spLocks/>
          </p:cNvSpPr>
          <p:nvPr/>
        </p:nvSpPr>
        <p:spPr>
          <a:xfrm rot="0">
            <a:off x="1933545" y="2181191"/>
            <a:ext cx="6677054" cy="19583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The end users of this project are individuals or customers who enjoy fresh, delicious cakes for personal consumption or special occasions.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They may include families, students, event organizers, and bakery customers.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The project ensures cakes are baked to meet their needs for taste, quality, and presentation.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0303546"/>
      </p:ext>
    </p:extLst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Image"/>
          <p:cNvPicPr>
            <a:picLocks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1476375"/>
            <a:ext cx="2695574" cy="3248025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26" name="曲线"/>
          <p:cNvSpPr>
            <a:spLocks/>
          </p:cNvSpPr>
          <p:nvPr/>
        </p:nvSpPr>
        <p:spPr>
          <a:xfrm rot="0">
            <a:off x="9353550" y="5362575"/>
            <a:ext cx="457199" cy="4572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42AF51"/>
          </a:solidFill>
          <a:ln cmpd="sng" cap="flat">
            <a:noFill/>
            <a:prstDash val="solid"/>
            <a:miter/>
          </a:ln>
        </p:spPr>
      </p:sp>
      <p:sp>
        <p:nvSpPr>
          <p:cNvPr id="127" name="曲线"/>
          <p:cNvSpPr>
            <a:spLocks/>
          </p:cNvSpPr>
          <p:nvPr/>
        </p:nvSpPr>
        <p:spPr>
          <a:xfrm rot="0">
            <a:off x="6696075" y="1695450"/>
            <a:ext cx="314324" cy="32385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2D83C3"/>
          </a:solidFill>
          <a:ln cmpd="sng" cap="flat">
            <a:noFill/>
            <a:prstDash val="solid"/>
            <a:miter/>
          </a:ln>
        </p:spPr>
      </p:sp>
      <p:sp>
        <p:nvSpPr>
          <p:cNvPr id="128" name="曲线"/>
          <p:cNvSpPr>
            <a:spLocks/>
          </p:cNvSpPr>
          <p:nvPr/>
        </p:nvSpPr>
        <p:spPr>
          <a:xfrm rot="0">
            <a:off x="9353550" y="5895975"/>
            <a:ext cx="180975" cy="180975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2D936B"/>
          </a:solidFill>
          <a:ln cmpd="sng" cap="flat">
            <a:noFill/>
            <a:prstDash val="solid"/>
            <a:miter/>
          </a:ln>
        </p:spPr>
      </p:sp>
      <p:sp>
        <p:nvSpPr>
          <p:cNvPr id="129" name="Text box"/>
          <p:cNvSpPr>
            <a:spLocks noGrp="1"/>
          </p:cNvSpPr>
          <p:nvPr>
            <p:ph type="title"/>
          </p:nvPr>
        </p:nvSpPr>
        <p:spPr>
          <a:xfrm rot="0">
            <a:off x="558165" y="867410"/>
            <a:ext cx="9763125" cy="5562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3334" rIns="0" bIns="0" anchor="ctr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None/>
            </a:pPr>
            <a:r>
              <a:rPr lang="en-US" altLang="zh-CN" sz="3600" b="0" i="0" u="none" strike="noStrike" kern="1200" cap="none" spc="10" baseline="0">
                <a:solidFill>
                  <a:schemeClr val="tx1"/>
                </a:solidFill>
                <a:latin typeface="Calibri Light" pitchFamily="0" charset="0"/>
                <a:ea typeface="等线 Light" pitchFamily="0" charset="0"/>
                <a:cs typeface="Lucida Sans" pitchFamily="0" charset="0"/>
              </a:rPr>
              <a:t>TOOLS AND TECHNIQUES</a:t>
            </a:r>
            <a:endParaRPr lang="zh-CN" altLang="en-US" sz="3600" b="0" i="0" u="none" strike="noStrike" kern="1200" cap="none" spc="0" baseline="0">
              <a:solidFill>
                <a:schemeClr val="tx1"/>
              </a:solidFill>
              <a:latin typeface="Calibri Light" pitchFamily="0" charset="0"/>
              <a:ea typeface="等线 Light" pitchFamily="0" charset="0"/>
              <a:cs typeface="Lucida Sans" pitchFamily="0" charset="0"/>
            </a:endParaRPr>
          </a:p>
        </p:txBody>
      </p:sp>
      <p:sp>
        <p:nvSpPr>
          <p:cNvPr id="130" name="Rectangle"/>
          <p:cNvSpPr>
            <a:spLocks noGrp="1"/>
          </p:cNvSpPr>
          <p:nvPr>
            <p:ph type="sldNum"/>
          </p:nvPr>
        </p:nvSpPr>
        <p:spPr>
          <a:xfrm rot="0">
            <a:off x="8610600" y="6444932"/>
            <a:ext cx="2743200" cy="187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6985" rIns="0" bIns="0" anchor="ctr" anchorCtr="0">
            <a:prstTxWarp prst="textNoShape"/>
            <a:spAutoFit/>
          </a:bodyPr>
          <a:lstStyle/>
          <a:p>
            <a:pPr marL="38100" indent="0" algn="r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10" baseline="0">
                <a:solidFill>
                  <a:srgbClr val="898989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7</a:t>
            </a:fld>
            <a:endParaRPr lang="zh-CN" altLang="en-US" sz="1200" b="0" i="0" u="none" strike="noStrike" kern="1200" cap="none" spc="10" baseline="0">
              <a:solidFill>
                <a:srgbClr val="898989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pic>
        <p:nvPicPr>
          <p:cNvPr id="131" name="Image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676275" y="6467475"/>
            <a:ext cx="2143125" cy="200023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32" name="Rectangle"/>
          <p:cNvSpPr>
            <a:spLocks/>
          </p:cNvSpPr>
          <p:nvPr/>
        </p:nvSpPr>
        <p:spPr>
          <a:xfrm rot="0">
            <a:off x="2695534" y="1476352"/>
            <a:ext cx="9376375" cy="54254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Tools: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Mixing bowls, measuring cups, and spoons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Electric mixer/whisk and spatula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Baking tins/molds and parchment paper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Oven or microwave for baking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Cooling rack and decorating tools (icing bag, nozzles, etc.)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Techniques: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Measuring and mixing ingredients accurately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Creaming, folding, and whisking methods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Temperature and time control during baking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7929841"/>
      </p:ext>
    </p:extLst>
  </p:cSld>
  <p:clrMapOvr>
    <a:masterClrMapping/>
  </p:clrMapOvr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曲线"/>
          <p:cNvSpPr>
            <a:spLocks/>
          </p:cNvSpPr>
          <p:nvPr/>
        </p:nvSpPr>
        <p:spPr>
          <a:xfrm rot="0">
            <a:off x="9353550" y="5895975"/>
            <a:ext cx="180975" cy="180975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2D936B"/>
          </a:solidFill>
          <a:ln cmpd="sng" cap="flat">
            <a:noFill/>
            <a:prstDash val="solid"/>
            <a:miter/>
          </a:ln>
        </p:spPr>
      </p:sp>
      <p:pic>
        <p:nvPicPr>
          <p:cNvPr id="138" name="Image"/>
          <p:cNvPicPr>
            <a:picLocks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1666874" y="6467475"/>
            <a:ext cx="76200" cy="177799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39" name="Rectangle"/>
          <p:cNvSpPr>
            <a:spLocks/>
          </p:cNvSpPr>
          <p:nvPr/>
        </p:nvSpPr>
        <p:spPr>
          <a:xfrm rot="0">
            <a:off x="11277218" y="6473336"/>
            <a:ext cx="228600" cy="16890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6985" rIns="0" bIns="0" anchor="t" anchorCtr="0">
            <a:prstTxWarp prst="textNoShape"/>
            <a:spAutoFit/>
          </a:bodyPr>
          <a:lstStyle/>
          <a:p>
            <a:pPr marL="38100" indent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100" b="0" i="0" u="none" strike="noStrike" kern="1200" cap="none" spc="10" baseline="0">
                <a:solidFill>
                  <a:srgbClr val="2D936B"/>
                </a:solidFill>
                <a:latin typeface="Trebuchet MS" pitchFamily="0" charset="0"/>
                <a:ea typeface="等线" pitchFamily="0" charset="0"/>
                <a:cs typeface="Trebuchet MS" pitchFamily="0" charset="0"/>
              </a:rPr>
              <a:t>8</a:t>
            </a:fld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等线" pitchFamily="0" charset="0"/>
              <a:cs typeface="Trebuchet MS" pitchFamily="0" charset="0"/>
            </a:endParaRPr>
          </a:p>
        </p:txBody>
      </p:sp>
      <p:sp>
        <p:nvSpPr>
          <p:cNvPr id="140" name="Rectangle"/>
          <p:cNvSpPr>
            <a:spLocks/>
          </p:cNvSpPr>
          <p:nvPr/>
        </p:nvSpPr>
        <p:spPr>
          <a:xfrm rot="0">
            <a:off x="739774" y="291147"/>
            <a:ext cx="8794750" cy="61341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3334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None/>
            </a:pPr>
            <a:r>
              <a:rPr lang="en-US" altLang="zh-CN" sz="4000" b="1" i="0" u="none" strike="noStrike" kern="1200" cap="none" spc="15" baseline="0">
                <a:solidFill>
                  <a:schemeClr val="tx1"/>
                </a:solidFill>
                <a:latin typeface="Trebuchet MS" pitchFamily="0" charset="0"/>
                <a:ea typeface="等线" pitchFamily="0" charset="0"/>
                <a:cs typeface="Trebuchet MS" pitchFamily="0" charset="0"/>
              </a:rPr>
              <a:t>POTFOLIO DESIGN AND LAYOUT</a:t>
            </a:r>
            <a:endParaRPr lang="zh-CN" altLang="en-US" sz="40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等线" pitchFamily="0" charset="0"/>
              <a:cs typeface="Trebuchet MS" pitchFamily="0" charset="0"/>
            </a:endParaRPr>
          </a:p>
        </p:txBody>
      </p:sp>
      <p:sp>
        <p:nvSpPr>
          <p:cNvPr id="141" name="曲线"/>
          <p:cNvSpPr>
            <a:spLocks/>
          </p:cNvSpPr>
          <p:nvPr/>
        </p:nvSpPr>
        <p:spPr>
          <a:xfrm rot="0">
            <a:off x="10058401" y="525141"/>
            <a:ext cx="457200" cy="4572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42AF51"/>
          </a:solidFill>
          <a:ln cmpd="sng" cap="flat">
            <a:noFill/>
            <a:prstDash val="solid"/>
            <a:miter/>
          </a:ln>
        </p:spPr>
      </p:sp>
      <p:sp>
        <p:nvSpPr>
          <p:cNvPr id="142" name="Rectangle"/>
          <p:cNvSpPr>
            <a:spLocks/>
          </p:cNvSpPr>
          <p:nvPr/>
        </p:nvSpPr>
        <p:spPr>
          <a:xfrm rot="0">
            <a:off x="1666874" y="2476462"/>
            <a:ext cx="7686674" cy="35585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Cover Page – Project title, your name, and an image of a cake.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2. Introduction – Brief about baking and project purpose.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3. Tools &amp; Techniques – Short description with 2–3 pictures.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4. Process &amp; Results – Step-by-step baking with final cake images.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5. Conclusion – Learnings and benefits for end users.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9448097"/>
      </p:ext>
    </p:extLst>
  </p:cSld>
  <p:clrMapOvr>
    <a:masterClrMapping/>
  </p:clrMapOvr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 box"/>
          <p:cNvSpPr>
            <a:spLocks noGrp="1"/>
          </p:cNvSpPr>
          <p:nvPr>
            <p:ph type="title"/>
          </p:nvPr>
        </p:nvSpPr>
        <p:spPr>
          <a:xfrm rot="0">
            <a:off x="838200" y="365124"/>
            <a:ext cx="10515600" cy="132556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1200" cap="none" spc="0" baseline="0">
                <a:solidFill>
                  <a:schemeClr val="tx1"/>
                </a:solidFill>
                <a:latin typeface="Calibri Light" pitchFamily="0" charset="0"/>
                <a:ea typeface="等线 Light" pitchFamily="0" charset="0"/>
                <a:cs typeface="Lucida Sans" pitchFamily="0" charset="0"/>
              </a:rPr>
              <a:t>FEATURES AND FUNCTIONALITY</a:t>
            </a: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 Light" pitchFamily="0" charset="0"/>
              <a:ea typeface="等线 Light" pitchFamily="0" charset="0"/>
              <a:cs typeface="Lucida Sans" pitchFamily="0" charset="0"/>
            </a:endParaRPr>
          </a:p>
        </p:txBody>
      </p:sp>
      <p:sp>
        <p:nvSpPr>
          <p:cNvPr id="148" name="Rectangle"/>
          <p:cNvSpPr>
            <a:spLocks/>
          </p:cNvSpPr>
          <p:nvPr/>
        </p:nvSpPr>
        <p:spPr>
          <a:xfrm rot="0">
            <a:off x="1344071" y="2714582"/>
            <a:ext cx="9503669" cy="14249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Bones (Biology/Medical) → e.g., bone fracture and its function in the body.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Materials/Engineering → fracture of materials and their functional strength.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Or related to your baking project (maybe a typo for “structure and function” of cakes)?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0631072"/>
      </p:ext>
    </p:extLst>
  </p:cSld>
  <p:clrMapOvr>
    <a:masterClrMapping/>
  </p:clrMapOvr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"/>
          <p:cNvSpPr>
            <a:spLocks/>
          </p:cNvSpPr>
          <p:nvPr/>
        </p:nvSpPr>
        <p:spPr>
          <a:xfrm rot="0">
            <a:off x="752474" y="6486037"/>
            <a:ext cx="1773554" cy="16636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20" baseline="0">
                <a:solidFill>
                  <a:srgbClr val="2D83C3"/>
                </a:solidFill>
                <a:latin typeface="Trebuchet MS" pitchFamily="0" charset="0"/>
                <a:ea typeface="等线" pitchFamily="0" charset="0"/>
                <a:cs typeface="Trebuchet MS" pitchFamily="0" charset="0"/>
              </a:rPr>
              <a:t>3/21/202</a:t>
            </a:r>
            <a:r>
              <a:rPr lang="en-US" altLang="zh-CN" sz="1100" b="0" i="0" u="none" strike="noStrike" kern="1200" cap="none" spc="10" baseline="0">
                <a:solidFill>
                  <a:srgbClr val="2D83C3"/>
                </a:solidFill>
                <a:latin typeface="Trebuchet MS" pitchFamily="0" charset="0"/>
                <a:ea typeface="等线" pitchFamily="0" charset="0"/>
                <a:cs typeface="Trebuchet MS" pitchFamily="0" charset="0"/>
              </a:rPr>
              <a:t>4</a:t>
            </a:r>
            <a:r>
              <a:rPr lang="en-US" altLang="zh-CN" sz="1100" b="0" i="0" u="none" strike="noStrike" kern="1200" cap="none" spc="0" baseline="0">
                <a:solidFill>
                  <a:srgbClr val="2D83C3"/>
                </a:solidFill>
                <a:latin typeface="Trebuchet MS" pitchFamily="0" charset="0"/>
                <a:ea typeface="等线" pitchFamily="0" charset="0"/>
                <a:cs typeface="Trebuchet MS" pitchFamily="0" charset="0"/>
              </a:rPr>
              <a:t> </a:t>
            </a:r>
            <a:r>
              <a:rPr lang="en-US" altLang="zh-CN" sz="1100" b="0" i="0" u="none" strike="noStrike" kern="1200" cap="none" spc="130" baseline="0">
                <a:solidFill>
                  <a:srgbClr val="2D83C3"/>
                </a:solidFill>
                <a:latin typeface="Trebuchet MS" pitchFamily="0" charset="0"/>
                <a:ea typeface="等线" pitchFamily="0" charset="0"/>
                <a:cs typeface="Trebuchet MS" pitchFamily="0" charset="0"/>
              </a:rPr>
              <a:t> </a:t>
            </a:r>
            <a:r>
              <a:rPr lang="en-US" altLang="zh-CN" sz="1100" b="1" i="0" u="none" strike="noStrike" kern="1200" cap="none" spc="50" baseline="0">
                <a:solidFill>
                  <a:srgbClr val="2D83C3"/>
                </a:solidFill>
                <a:latin typeface="Trebuchet MS" pitchFamily="0" charset="0"/>
                <a:ea typeface="等线" pitchFamily="0" charset="0"/>
                <a:cs typeface="Trebuchet MS" pitchFamily="0" charset="0"/>
              </a:rPr>
              <a:t>A</a:t>
            </a:r>
            <a:r>
              <a:rPr lang="en-US" altLang="zh-CN" sz="1100" b="1" i="0" u="none" strike="noStrike" kern="1200" cap="none" spc="15" baseline="0">
                <a:solidFill>
                  <a:srgbClr val="2D83C3"/>
                </a:solidFill>
                <a:latin typeface="Trebuchet MS" pitchFamily="0" charset="0"/>
                <a:ea typeface="等线" pitchFamily="0" charset="0"/>
                <a:cs typeface="Trebuchet MS" pitchFamily="0" charset="0"/>
              </a:rPr>
              <a:t>nnu</a:t>
            </a:r>
            <a:r>
              <a:rPr lang="en-US" altLang="zh-CN" sz="1100" b="1" i="0" u="none" strike="noStrike" kern="1200" cap="none" spc="10" baseline="0">
                <a:solidFill>
                  <a:srgbClr val="2D83C3"/>
                </a:solidFill>
                <a:latin typeface="Trebuchet MS" pitchFamily="0" charset="0"/>
                <a:ea typeface="等线" pitchFamily="0" charset="0"/>
                <a:cs typeface="Trebuchet MS" pitchFamily="0" charset="0"/>
              </a:rPr>
              <a:t>al</a:t>
            </a:r>
            <a:r>
              <a:rPr lang="en-US" altLang="zh-CN" sz="1100" b="1" i="0" u="none" strike="noStrike" kern="1200" cap="none" spc="-140" baseline="0">
                <a:solidFill>
                  <a:srgbClr val="2D83C3"/>
                </a:solidFill>
                <a:latin typeface="Trebuchet MS" pitchFamily="0" charset="0"/>
                <a:ea typeface="等线" pitchFamily="0" charset="0"/>
                <a:cs typeface="Trebuchet MS" pitchFamily="0" charset="0"/>
              </a:rPr>
              <a:t> </a:t>
            </a:r>
            <a:r>
              <a:rPr lang="en-US" altLang="zh-CN" sz="1100" b="1" i="0" u="none" strike="noStrike" kern="1200" cap="none" spc="0" baseline="0">
                <a:solidFill>
                  <a:srgbClr val="2D83C3"/>
                </a:solidFill>
                <a:latin typeface="Trebuchet MS" pitchFamily="0" charset="0"/>
                <a:ea typeface="等线" pitchFamily="0" charset="0"/>
                <a:cs typeface="Trebuchet MS" pitchFamily="0" charset="0"/>
              </a:rPr>
              <a:t>R</a:t>
            </a:r>
            <a:r>
              <a:rPr lang="en-US" altLang="zh-CN" sz="1100" b="1" i="0" u="none" strike="noStrike" kern="1200" cap="none" spc="35" baseline="0">
                <a:solidFill>
                  <a:srgbClr val="2D83C3"/>
                </a:solidFill>
                <a:latin typeface="Trebuchet MS" pitchFamily="0" charset="0"/>
                <a:ea typeface="等线" pitchFamily="0" charset="0"/>
                <a:cs typeface="Trebuchet MS" pitchFamily="0" charset="0"/>
              </a:rPr>
              <a:t>e</a:t>
            </a:r>
            <a:r>
              <a:rPr lang="en-US" altLang="zh-CN" sz="1100" b="1" i="0" u="none" strike="noStrike" kern="1200" cap="none" spc="90" baseline="0">
                <a:solidFill>
                  <a:srgbClr val="2D83C3"/>
                </a:solidFill>
                <a:latin typeface="Trebuchet MS" pitchFamily="0" charset="0"/>
                <a:ea typeface="等线" pitchFamily="0" charset="0"/>
                <a:cs typeface="Trebuchet MS" pitchFamily="0" charset="0"/>
              </a:rPr>
              <a:t>v</a:t>
            </a:r>
            <a:r>
              <a:rPr lang="en-US" altLang="zh-CN" sz="1100" b="1" i="0" u="none" strike="noStrike" kern="1200" cap="none" spc="-35" baseline="0">
                <a:solidFill>
                  <a:srgbClr val="2D83C3"/>
                </a:solidFill>
                <a:latin typeface="Trebuchet MS" pitchFamily="0" charset="0"/>
                <a:ea typeface="等线" pitchFamily="0" charset="0"/>
                <a:cs typeface="Trebuchet MS" pitchFamily="0" charset="0"/>
              </a:rPr>
              <a:t>i</a:t>
            </a:r>
            <a:r>
              <a:rPr lang="en-US" altLang="zh-CN" sz="1100" b="1" i="0" u="none" strike="noStrike" kern="1200" cap="none" spc="35" baseline="0">
                <a:solidFill>
                  <a:srgbClr val="2D83C3"/>
                </a:solidFill>
                <a:latin typeface="Trebuchet MS" pitchFamily="0" charset="0"/>
                <a:ea typeface="等线" pitchFamily="0" charset="0"/>
                <a:cs typeface="Trebuchet MS" pitchFamily="0" charset="0"/>
              </a:rPr>
              <a:t>e</a:t>
            </a:r>
            <a:r>
              <a:rPr lang="en-US" altLang="zh-CN" sz="1100" b="1" i="0" u="none" strike="noStrike" kern="1200" cap="none" spc="15" baseline="0">
                <a:solidFill>
                  <a:srgbClr val="2D83C3"/>
                </a:solidFill>
                <a:latin typeface="Trebuchet MS" pitchFamily="0" charset="0"/>
                <a:ea typeface="等线" pitchFamily="0" charset="0"/>
                <a:cs typeface="Trebuchet MS" pitchFamily="0" charset="0"/>
              </a:rPr>
              <a:t>w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等线" pitchFamily="0" charset="0"/>
              <a:cs typeface="Trebuchet MS" pitchFamily="0" charset="0"/>
            </a:endParaRPr>
          </a:p>
        </p:txBody>
      </p:sp>
      <p:sp>
        <p:nvSpPr>
          <p:cNvPr id="154" name="曲线"/>
          <p:cNvSpPr>
            <a:spLocks/>
          </p:cNvSpPr>
          <p:nvPr/>
        </p:nvSpPr>
        <p:spPr>
          <a:xfrm rot="0">
            <a:off x="9353550" y="5362575"/>
            <a:ext cx="457199" cy="4572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42AF51"/>
          </a:solidFill>
          <a:ln cmpd="sng" cap="flat">
            <a:noFill/>
            <a:prstDash val="solid"/>
            <a:miter/>
          </a:ln>
        </p:spPr>
      </p:sp>
      <p:sp>
        <p:nvSpPr>
          <p:cNvPr id="155" name="曲线"/>
          <p:cNvSpPr>
            <a:spLocks/>
          </p:cNvSpPr>
          <p:nvPr/>
        </p:nvSpPr>
        <p:spPr>
          <a:xfrm rot="0">
            <a:off x="6696075" y="1695450"/>
            <a:ext cx="314324" cy="32385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2D83C3"/>
          </a:solidFill>
          <a:ln cmpd="sng" cap="flat">
            <a:noFill/>
            <a:prstDash val="solid"/>
            <a:miter/>
          </a:ln>
        </p:spPr>
      </p:sp>
      <p:sp>
        <p:nvSpPr>
          <p:cNvPr id="156" name="曲线"/>
          <p:cNvSpPr>
            <a:spLocks/>
          </p:cNvSpPr>
          <p:nvPr/>
        </p:nvSpPr>
        <p:spPr>
          <a:xfrm rot="0">
            <a:off x="9353550" y="5895975"/>
            <a:ext cx="180975" cy="180975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2D936B"/>
          </a:solidFill>
          <a:ln cmpd="sng" cap="flat">
            <a:noFill/>
            <a:prstDash val="solid"/>
            <a:miter/>
          </a:ln>
        </p:spPr>
      </p:sp>
      <p:pic>
        <p:nvPicPr>
          <p:cNvPr id="157" name="Image"/>
          <p:cNvPicPr>
            <a:picLocks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66675" y="3381373"/>
            <a:ext cx="2466975" cy="3419473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58" name="Text box"/>
          <p:cNvSpPr>
            <a:spLocks noGrp="1"/>
          </p:cNvSpPr>
          <p:nvPr>
            <p:ph type="title"/>
          </p:nvPr>
        </p:nvSpPr>
        <p:spPr>
          <a:xfrm rot="0">
            <a:off x="739774" y="654938"/>
            <a:ext cx="8480425" cy="66420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6510" rIns="0" bIns="0" anchor="ctr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rPr lang="en-US" altLang="zh-CN" sz="4250" b="0" i="0" u="none" strike="noStrike" kern="1200" cap="none" spc="15" baseline="0">
                <a:solidFill>
                  <a:schemeClr val="tx1"/>
                </a:solidFill>
                <a:latin typeface="Calibri Light" pitchFamily="0" charset="0"/>
                <a:ea typeface="等线 Light" pitchFamily="0" charset="0"/>
                <a:cs typeface="Lucida Sans" pitchFamily="0" charset="0"/>
              </a:rPr>
              <a:t>RESULTS AND SCREENSHOTS</a:t>
            </a:r>
            <a:endParaRPr lang="zh-CN" altLang="en-US" sz="4250" b="0" i="0" u="none" strike="noStrike" kern="1200" cap="none" spc="0" baseline="0">
              <a:solidFill>
                <a:schemeClr val="tx1"/>
              </a:solidFill>
              <a:latin typeface="Calibri Light" pitchFamily="0" charset="0"/>
              <a:ea typeface="等线 Light" pitchFamily="0" charset="0"/>
              <a:cs typeface="Lucida Sans" pitchFamily="0" charset="0"/>
            </a:endParaRPr>
          </a:p>
        </p:txBody>
      </p:sp>
      <p:sp>
        <p:nvSpPr>
          <p:cNvPr id="159" name="Rectangle"/>
          <p:cNvSpPr>
            <a:spLocks/>
          </p:cNvSpPr>
          <p:nvPr/>
        </p:nvSpPr>
        <p:spPr>
          <a:xfrm rot="0">
            <a:off x="11277218" y="6473336"/>
            <a:ext cx="228600" cy="16890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6985" rIns="0" bIns="0" anchor="t" anchorCtr="0">
            <a:prstTxWarp prst="textNoShape"/>
            <a:spAutoFit/>
          </a:bodyPr>
          <a:lstStyle/>
          <a:p>
            <a:pPr marL="38100" indent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100" b="0" i="0" u="none" strike="noStrike" kern="1200" cap="none" spc="10" baseline="0">
                <a:solidFill>
                  <a:srgbClr val="2D936B"/>
                </a:solidFill>
                <a:latin typeface="Trebuchet MS" pitchFamily="0" charset="0"/>
                <a:ea typeface="等线" pitchFamily="0" charset="0"/>
                <a:cs typeface="Trebuchet MS" pitchFamily="0" charset="0"/>
              </a:rPr>
              <a:t>10</a:t>
            </a:fld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等线" pitchFamily="0" charset="0"/>
              <a:cs typeface="Trebuchet MS" pitchFamily="0" charset="0"/>
            </a:endParaRPr>
          </a:p>
        </p:txBody>
      </p:sp>
      <p:sp>
        <p:nvSpPr>
          <p:cNvPr id="160" name="Rectangle"/>
          <p:cNvSpPr>
            <a:spLocks/>
          </p:cNvSpPr>
          <p:nvPr/>
        </p:nvSpPr>
        <p:spPr>
          <a:xfrm rot="0">
            <a:off x="2743200" y="2354703"/>
            <a:ext cx="4267199" cy="94868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en-US" altLang="zh-CN" sz="2800" b="0" i="0" u="none" strike="noStrike" kern="1200" cap="none" spc="0" baseline="0">
              <a:solidFill>
                <a:srgbClr val="0D0D0D"/>
              </a:solidFill>
              <a:latin typeface="Times New Roman" pitchFamily="18" charset="0"/>
              <a:ea typeface="等线" pitchFamily="0" charset="0"/>
              <a:cs typeface="Times New Roman" pitchFamily="18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等线" pitchFamily="0" charset="0"/>
              <a:cs typeface="Times New Roman" pitchFamily="18" charset="0"/>
            </a:endParaRPr>
          </a:p>
        </p:txBody>
      </p:sp>
      <p:sp>
        <p:nvSpPr>
          <p:cNvPr id="161" name="Rectangle"/>
          <p:cNvSpPr>
            <a:spLocks/>
          </p:cNvSpPr>
          <p:nvPr/>
        </p:nvSpPr>
        <p:spPr>
          <a:xfrm rot="0">
            <a:off x="2526030" y="1695424"/>
            <a:ext cx="4170044" cy="19583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Result: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The project resulted in well-baked, soft, and tasty cakes.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Proper tools and techniques improved texture and decoration.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End users enjoyed the cakes, proving the project’s success.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</p:txBody>
      </p:sp>
      <p:pic>
        <p:nvPicPr>
          <p:cNvPr id="178" name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flipH="1" rot="21600000">
            <a:off x="7205553" y="2104993"/>
            <a:ext cx="4744368" cy="2639862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131268972"/>
      </p:ext>
    </p:extLst>
  </p:cSld>
  <p:clrMapOvr>
    <a:masterClrMapping/>
  </p:clrMapOvr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曲线"/>
          <p:cNvSpPr>
            <a:spLocks/>
          </p:cNvSpPr>
          <p:nvPr/>
        </p:nvSpPr>
        <p:spPr>
          <a:xfrm rot="0">
            <a:off x="9353550" y="5362575"/>
            <a:ext cx="457199" cy="4572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42AF51"/>
          </a:solidFill>
          <a:ln cmpd="sng" cap="flat">
            <a:noFill/>
            <a:prstDash val="solid"/>
            <a:miter/>
          </a:ln>
        </p:spPr>
      </p:sp>
      <p:sp>
        <p:nvSpPr>
          <p:cNvPr id="168" name="曲线"/>
          <p:cNvSpPr>
            <a:spLocks/>
          </p:cNvSpPr>
          <p:nvPr/>
        </p:nvSpPr>
        <p:spPr>
          <a:xfrm rot="0">
            <a:off x="6696075" y="1695450"/>
            <a:ext cx="314324" cy="32385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2D83C3"/>
          </a:solidFill>
          <a:ln cmpd="sng" cap="flat">
            <a:noFill/>
            <a:prstDash val="solid"/>
            <a:miter/>
          </a:ln>
        </p:spPr>
      </p:sp>
      <p:sp>
        <p:nvSpPr>
          <p:cNvPr id="169" name="曲线"/>
          <p:cNvSpPr>
            <a:spLocks/>
          </p:cNvSpPr>
          <p:nvPr/>
        </p:nvSpPr>
        <p:spPr>
          <a:xfrm rot="0">
            <a:off x="9353550" y="5895975"/>
            <a:ext cx="180975" cy="180975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2D936B"/>
          </a:solidFill>
          <a:ln cmpd="sng" cap="flat">
            <a:noFill/>
            <a:prstDash val="solid"/>
            <a:miter/>
          </a:ln>
        </p:spPr>
      </p:sp>
      <p:pic>
        <p:nvPicPr>
          <p:cNvPr id="170" name="Image"/>
          <p:cNvPicPr>
            <a:picLocks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1666874" y="6467475"/>
            <a:ext cx="76200" cy="177799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71" name="Text box"/>
          <p:cNvSpPr>
            <a:spLocks noGrp="1"/>
          </p:cNvSpPr>
          <p:nvPr>
            <p:ph type="title"/>
          </p:nvPr>
        </p:nvSpPr>
        <p:spPr>
          <a:xfrm rot="0">
            <a:off x="755332" y="421465"/>
            <a:ext cx="4578668" cy="68008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3334" rIns="0" bIns="0" anchor="ctr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1200" cap="none" spc="0" baseline="0">
                <a:solidFill>
                  <a:schemeClr val="tx1"/>
                </a:solidFill>
                <a:latin typeface="Calibri Light" pitchFamily="0" charset="0"/>
                <a:ea typeface="等线 Light" pitchFamily="0" charset="0"/>
                <a:cs typeface="Lucida Sans" pitchFamily="0" charset="0"/>
              </a:rPr>
              <a:t>CONCLUSION</a:t>
            </a: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 Light" pitchFamily="0" charset="0"/>
              <a:ea typeface="等线 Light" pitchFamily="0" charset="0"/>
              <a:cs typeface="Lucida Sans" pitchFamily="0" charset="0"/>
            </a:endParaRPr>
          </a:p>
        </p:txBody>
      </p:sp>
      <p:sp>
        <p:nvSpPr>
          <p:cNvPr id="172" name="Rectangle"/>
          <p:cNvSpPr>
            <a:spLocks/>
          </p:cNvSpPr>
          <p:nvPr/>
        </p:nvSpPr>
        <p:spPr>
          <a:xfrm rot="0">
            <a:off x="11277218" y="6473336"/>
            <a:ext cx="228600" cy="16890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6985" rIns="0" bIns="0" anchor="t" anchorCtr="0">
            <a:prstTxWarp prst="textNoShape"/>
            <a:spAutoFit/>
          </a:bodyPr>
          <a:lstStyle/>
          <a:p>
            <a:pPr marL="38100" indent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100" b="0" i="0" u="none" strike="noStrike" kern="1200" cap="none" spc="10" baseline="0">
                <a:solidFill>
                  <a:srgbClr val="2D936B"/>
                </a:solidFill>
                <a:latin typeface="Trebuchet MS" pitchFamily="0" charset="0"/>
                <a:ea typeface="等线" pitchFamily="0" charset="0"/>
                <a:cs typeface="Trebuchet MS" pitchFamily="0" charset="0"/>
              </a:rPr>
              <a:t>11</a:t>
            </a:fld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等线" pitchFamily="0" charset="0"/>
              <a:cs typeface="Trebuchet MS" pitchFamily="0" charset="0"/>
            </a:endParaRPr>
          </a:p>
        </p:txBody>
      </p:sp>
      <p:sp>
        <p:nvSpPr>
          <p:cNvPr id="173" name="Rectangle"/>
          <p:cNvSpPr>
            <a:spLocks/>
          </p:cNvSpPr>
          <p:nvPr/>
        </p:nvSpPr>
        <p:spPr>
          <a:xfrm rot="0">
            <a:off x="1885707" y="2476462"/>
            <a:ext cx="8420398" cy="8915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The baking project enhanced skills in measurement, mixing, and decoration.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It proved that with proper tools and techniques, high-quality cakes can be prepared to satisfy end users.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5222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377</TotalTime>
  <Application>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Face Mask Detection using Convolutional Neural Network (CNN)</dc:title>
  <dc:creator>Konduru Narasimha</dc:creator>
  <cp:lastModifiedBy>Mobile phone user</cp:lastModifiedBy>
  <cp:revision>26</cp:revision>
  <dcterms:created xsi:type="dcterms:W3CDTF">2024-03-29T15:07:22Z</dcterms:created>
  <dcterms:modified xsi:type="dcterms:W3CDTF">2025-08-30T14:45:04Z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Created">
    <vt:filetime>2024-03-20T16:00:00Z</vt:filetime>
  </property>
  <property fmtid="{D5CDD505-2E9C-101B-9397-08002B2CF9AE}" pid="3" name="LastSaved">
    <vt:filetime>2024-03-28T16:00:00Z</vt:filetime>
  </property>
</Properties>
</file>